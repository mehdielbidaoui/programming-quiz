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8" r:id="rId4"/>
    <p:sldId id="259" r:id="rId5"/>
    <p:sldId id="260" r:id="rId6"/>
    <p:sldId id="262" r:id="rId7"/>
    <p:sldId id="261" r:id="rId8"/>
    <p:sldId id="263" r:id="rId9"/>
    <p:sldId id="264" r:id="rId10"/>
    <p:sldId id="265" r:id="rId11"/>
    <p:sldId id="282" r:id="rId12"/>
    <p:sldId id="266" r:id="rId13"/>
    <p:sldId id="268" r:id="rId14"/>
    <p:sldId id="284" r:id="rId15"/>
    <p:sldId id="283" r:id="rId16"/>
    <p:sldId id="269" r:id="rId17"/>
    <p:sldId id="270" r:id="rId18"/>
    <p:sldId id="271" r:id="rId19"/>
    <p:sldId id="272" r:id="rId20"/>
    <p:sldId id="273" r:id="rId21"/>
    <p:sldId id="274" r:id="rId22"/>
    <p:sldId id="267" r:id="rId23"/>
    <p:sldId id="281" r:id="rId2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82A16A-E972-A29F-E929-DBC9EE2046F4}" v="435" dt="2025-05-23T21:57:14.1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82" d="100"/>
          <a:sy n="82" d="100"/>
        </p:scale>
        <p:origin x="53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6" Type="http://schemas.openxmlformats.org/officeDocument/2006/relationships/image" Target="../media/image6.svg"/><Relationship Id="rId5" Type="http://schemas.openxmlformats.org/officeDocument/2006/relationships/image" Target="../media/image12.sv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6" Type="http://schemas.openxmlformats.org/officeDocument/2006/relationships/image" Target="../media/image6.svg"/><Relationship Id="rId5" Type="http://schemas.openxmlformats.org/officeDocument/2006/relationships/image" Target="../media/image12.sv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98CD105-E813-4342-9304-C044F27FE68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AC2B7BD-D050-49ED-A301-A64824287ACB}">
      <dgm:prSet/>
      <dgm:spPr/>
      <dgm:t>
        <a:bodyPr/>
        <a:lstStyle/>
        <a:p>
          <a:pPr>
            <a:lnSpc>
              <a:spcPct val="100000"/>
            </a:lnSpc>
          </a:pPr>
          <a:r>
            <a:rPr lang="fr-FR" dirty="0"/>
            <a:t>Problématique</a:t>
          </a:r>
          <a:endParaRPr lang="en-US" dirty="0"/>
        </a:p>
      </dgm:t>
    </dgm:pt>
    <dgm:pt modelId="{BB68DDE6-8DA5-497D-B558-CC145525B9A6}" type="parTrans" cxnId="{2FDF6186-AF17-40AD-BB8D-911C96AADD1F}">
      <dgm:prSet/>
      <dgm:spPr/>
      <dgm:t>
        <a:bodyPr/>
        <a:lstStyle/>
        <a:p>
          <a:endParaRPr lang="en-US"/>
        </a:p>
      </dgm:t>
    </dgm:pt>
    <dgm:pt modelId="{E2F6DA11-0C80-42A8-8BA8-9B2FC0D16C7C}" type="sibTrans" cxnId="{2FDF6186-AF17-40AD-BB8D-911C96AADD1F}">
      <dgm:prSet/>
      <dgm:spPr/>
      <dgm:t>
        <a:bodyPr/>
        <a:lstStyle/>
        <a:p>
          <a:endParaRPr lang="en-US"/>
        </a:p>
      </dgm:t>
    </dgm:pt>
    <dgm:pt modelId="{617C85C1-0CF8-4F58-8F18-63F64D06B30F}">
      <dgm:prSet/>
      <dgm:spPr/>
      <dgm:t>
        <a:bodyPr/>
        <a:lstStyle/>
        <a:p>
          <a:pPr>
            <a:lnSpc>
              <a:spcPct val="100000"/>
            </a:lnSpc>
          </a:pPr>
          <a:r>
            <a:rPr lang="fr-FR" dirty="0"/>
            <a:t>Objectif</a:t>
          </a:r>
          <a:endParaRPr lang="en-US" dirty="0"/>
        </a:p>
      </dgm:t>
    </dgm:pt>
    <dgm:pt modelId="{60FF0EB8-00A2-4CDF-AD37-9B36977997BE}" type="parTrans" cxnId="{C7DB9FDE-16BA-4946-9D60-96BB43605465}">
      <dgm:prSet/>
      <dgm:spPr/>
      <dgm:t>
        <a:bodyPr/>
        <a:lstStyle/>
        <a:p>
          <a:endParaRPr lang="en-US"/>
        </a:p>
      </dgm:t>
    </dgm:pt>
    <dgm:pt modelId="{1D2149EF-3D21-4849-BD8F-97EBF4C87A4D}" type="sibTrans" cxnId="{C7DB9FDE-16BA-4946-9D60-96BB43605465}">
      <dgm:prSet/>
      <dgm:spPr/>
      <dgm:t>
        <a:bodyPr/>
        <a:lstStyle/>
        <a:p>
          <a:endParaRPr lang="en-US"/>
        </a:p>
      </dgm:t>
    </dgm:pt>
    <dgm:pt modelId="{54176D14-5A72-4145-BDF8-6C33523993B6}">
      <dgm:prSet/>
      <dgm:spPr/>
      <dgm:t>
        <a:bodyPr/>
        <a:lstStyle/>
        <a:p>
          <a:pPr>
            <a:lnSpc>
              <a:spcPct val="100000"/>
            </a:lnSpc>
          </a:pPr>
          <a:r>
            <a:rPr lang="fr-FR" dirty="0"/>
            <a:t>Fonctionnalités Principales</a:t>
          </a:r>
          <a:endParaRPr lang="en-US" dirty="0"/>
        </a:p>
      </dgm:t>
    </dgm:pt>
    <dgm:pt modelId="{A536FCCC-3E61-4CF4-9E1E-1D544B0C0900}" type="parTrans" cxnId="{FAC27871-D07C-4116-83E9-8454306DBD62}">
      <dgm:prSet/>
      <dgm:spPr/>
      <dgm:t>
        <a:bodyPr/>
        <a:lstStyle/>
        <a:p>
          <a:endParaRPr lang="en-US"/>
        </a:p>
      </dgm:t>
    </dgm:pt>
    <dgm:pt modelId="{3440B9EE-E3B3-40BD-B77A-DB9BF9D1176C}" type="sibTrans" cxnId="{FAC27871-D07C-4116-83E9-8454306DBD62}">
      <dgm:prSet/>
      <dgm:spPr/>
      <dgm:t>
        <a:bodyPr/>
        <a:lstStyle/>
        <a:p>
          <a:endParaRPr lang="en-US"/>
        </a:p>
      </dgm:t>
    </dgm:pt>
    <dgm:pt modelId="{4E1C390A-FB25-436E-9639-7AEBFBB65C20}">
      <dgm:prSet/>
      <dgm:spPr/>
      <dgm:t>
        <a:bodyPr/>
        <a:lstStyle/>
        <a:p>
          <a:pPr>
            <a:lnSpc>
              <a:spcPct val="100000"/>
            </a:lnSpc>
          </a:pPr>
          <a:r>
            <a:rPr lang="fr-FR" dirty="0"/>
            <a:t>Technologies et environnement de développement</a:t>
          </a:r>
          <a:endParaRPr lang="en-US" dirty="0"/>
        </a:p>
      </dgm:t>
    </dgm:pt>
    <dgm:pt modelId="{D6D056A7-9DE4-4C70-8208-C6EF30731CC8}" type="parTrans" cxnId="{FCACA0EE-D3F3-4CEC-A0A0-D5E1EE197DFB}">
      <dgm:prSet/>
      <dgm:spPr/>
      <dgm:t>
        <a:bodyPr/>
        <a:lstStyle/>
        <a:p>
          <a:endParaRPr lang="en-US"/>
        </a:p>
      </dgm:t>
    </dgm:pt>
    <dgm:pt modelId="{9C76AA39-C890-4D9B-BEA0-B71062A92007}" type="sibTrans" cxnId="{FCACA0EE-D3F3-4CEC-A0A0-D5E1EE197DFB}">
      <dgm:prSet/>
      <dgm:spPr/>
      <dgm:t>
        <a:bodyPr/>
        <a:lstStyle/>
        <a:p>
          <a:endParaRPr lang="en-US"/>
        </a:p>
      </dgm:t>
    </dgm:pt>
    <dgm:pt modelId="{E70CB064-6191-4C98-B757-BFF1FD0698A8}">
      <dgm:prSet/>
      <dgm:spPr/>
      <dgm:t>
        <a:bodyPr/>
        <a:lstStyle/>
        <a:p>
          <a:pPr>
            <a:lnSpc>
              <a:spcPct val="100000"/>
            </a:lnSpc>
          </a:pPr>
          <a:r>
            <a:rPr lang="fr-FR" dirty="0"/>
            <a:t>Diagramme UML</a:t>
          </a:r>
          <a:endParaRPr lang="en-US" dirty="0"/>
        </a:p>
      </dgm:t>
    </dgm:pt>
    <dgm:pt modelId="{8AD3539F-BA2C-4FB2-91AF-0BB3B7C598C8}" type="parTrans" cxnId="{FB4ECE0C-3CA3-4433-9122-F57E3AA7AFF0}">
      <dgm:prSet/>
      <dgm:spPr/>
      <dgm:t>
        <a:bodyPr/>
        <a:lstStyle/>
        <a:p>
          <a:endParaRPr lang="en-US"/>
        </a:p>
      </dgm:t>
    </dgm:pt>
    <dgm:pt modelId="{8D17AD63-A1AC-4AD3-A804-56B87E94AD29}" type="sibTrans" cxnId="{FB4ECE0C-3CA3-4433-9122-F57E3AA7AFF0}">
      <dgm:prSet/>
      <dgm:spPr/>
      <dgm:t>
        <a:bodyPr/>
        <a:lstStyle/>
        <a:p>
          <a:endParaRPr lang="en-US"/>
        </a:p>
      </dgm:t>
    </dgm:pt>
    <dgm:pt modelId="{6729AFF8-D4C9-4C31-9639-FD00D8CDFEF7}">
      <dgm:prSet/>
      <dgm:spPr/>
      <dgm:t>
        <a:bodyPr/>
        <a:lstStyle/>
        <a:p>
          <a:pPr>
            <a:lnSpc>
              <a:spcPct val="100000"/>
            </a:lnSpc>
          </a:pPr>
          <a:r>
            <a:rPr lang="fr-FR" dirty="0"/>
            <a:t>Exemple de démonstration</a:t>
          </a:r>
          <a:endParaRPr lang="en-US" dirty="0"/>
        </a:p>
      </dgm:t>
    </dgm:pt>
    <dgm:pt modelId="{9BCEF5BB-89C1-4D25-A5BD-60FC56E3383F}" type="parTrans" cxnId="{699EE415-B1E7-4A11-B4A6-D0A5ED9AF72F}">
      <dgm:prSet/>
      <dgm:spPr/>
      <dgm:t>
        <a:bodyPr/>
        <a:lstStyle/>
        <a:p>
          <a:endParaRPr lang="en-US"/>
        </a:p>
      </dgm:t>
    </dgm:pt>
    <dgm:pt modelId="{CC1A5B2B-EEA8-4FAE-A299-20615B43D43B}" type="sibTrans" cxnId="{699EE415-B1E7-4A11-B4A6-D0A5ED9AF72F}">
      <dgm:prSet/>
      <dgm:spPr/>
      <dgm:t>
        <a:bodyPr/>
        <a:lstStyle/>
        <a:p>
          <a:endParaRPr lang="en-US"/>
        </a:p>
      </dgm:t>
    </dgm:pt>
    <dgm:pt modelId="{DB8CEB25-03B6-4C51-A927-CB42DD20DD16}" type="pres">
      <dgm:prSet presAssocID="{498CD105-E813-4342-9304-C044F27FE68D}" presName="root" presStyleCnt="0">
        <dgm:presLayoutVars>
          <dgm:dir/>
          <dgm:resizeHandles val="exact"/>
        </dgm:presLayoutVars>
      </dgm:prSet>
      <dgm:spPr/>
    </dgm:pt>
    <dgm:pt modelId="{1A50A67E-5D39-482E-9629-A84116F24AC4}" type="pres">
      <dgm:prSet presAssocID="{CAC2B7BD-D050-49ED-A301-A64824287ACB}" presName="compNode" presStyleCnt="0"/>
      <dgm:spPr/>
    </dgm:pt>
    <dgm:pt modelId="{04D8E4A2-8386-4E8E-9A4E-733AA61B6926}" type="pres">
      <dgm:prSet presAssocID="{CAC2B7BD-D050-49ED-A301-A64824287ACB}" presName="bgRect" presStyleLbl="bgShp" presStyleIdx="0" presStyleCnt="6"/>
      <dgm:spPr/>
    </dgm:pt>
    <dgm:pt modelId="{598127F5-ECA3-4BDA-B5FC-C3E50B197465}" type="pres">
      <dgm:prSet presAssocID="{CAC2B7BD-D050-49ED-A301-A64824287ACB}"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Avertissement"/>
        </a:ext>
      </dgm:extLst>
    </dgm:pt>
    <dgm:pt modelId="{87BCEDB7-DC5B-4377-8047-1CADEE33E63F}" type="pres">
      <dgm:prSet presAssocID="{CAC2B7BD-D050-49ED-A301-A64824287ACB}" presName="spaceRect" presStyleCnt="0"/>
      <dgm:spPr/>
    </dgm:pt>
    <dgm:pt modelId="{BB6D331A-4EC0-42E9-A829-57C4FBEDAB24}" type="pres">
      <dgm:prSet presAssocID="{CAC2B7BD-D050-49ED-A301-A64824287ACB}" presName="parTx" presStyleLbl="revTx" presStyleIdx="0" presStyleCnt="6">
        <dgm:presLayoutVars>
          <dgm:chMax val="0"/>
          <dgm:chPref val="0"/>
        </dgm:presLayoutVars>
      </dgm:prSet>
      <dgm:spPr/>
    </dgm:pt>
    <dgm:pt modelId="{FAB2D1F3-CBF6-41C0-998F-B05D380819B6}" type="pres">
      <dgm:prSet presAssocID="{E2F6DA11-0C80-42A8-8BA8-9B2FC0D16C7C}" presName="sibTrans" presStyleCnt="0"/>
      <dgm:spPr/>
    </dgm:pt>
    <dgm:pt modelId="{94883D6D-B04A-44B3-BA03-A17F73D77E99}" type="pres">
      <dgm:prSet presAssocID="{617C85C1-0CF8-4F58-8F18-63F64D06B30F}" presName="compNode" presStyleCnt="0"/>
      <dgm:spPr/>
    </dgm:pt>
    <dgm:pt modelId="{B44F92BE-BC79-4CE4-A96E-0F63FF30B596}" type="pres">
      <dgm:prSet presAssocID="{617C85C1-0CF8-4F58-8F18-63F64D06B30F}" presName="bgRect" presStyleLbl="bgShp" presStyleIdx="1" presStyleCnt="6"/>
      <dgm:spPr/>
    </dgm:pt>
    <dgm:pt modelId="{9509F5AE-5466-47EE-9B02-59AAC9F003B0}" type="pres">
      <dgm:prSet presAssocID="{617C85C1-0CF8-4F58-8F18-63F64D06B30F}"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ille"/>
        </a:ext>
      </dgm:extLst>
    </dgm:pt>
    <dgm:pt modelId="{2FBE3C2E-7A64-46E2-AD0B-468C8924DCAB}" type="pres">
      <dgm:prSet presAssocID="{617C85C1-0CF8-4F58-8F18-63F64D06B30F}" presName="spaceRect" presStyleCnt="0"/>
      <dgm:spPr/>
    </dgm:pt>
    <dgm:pt modelId="{DE5F6CBB-AF27-49C7-882E-9946E050F726}" type="pres">
      <dgm:prSet presAssocID="{617C85C1-0CF8-4F58-8F18-63F64D06B30F}" presName="parTx" presStyleLbl="revTx" presStyleIdx="1" presStyleCnt="6">
        <dgm:presLayoutVars>
          <dgm:chMax val="0"/>
          <dgm:chPref val="0"/>
        </dgm:presLayoutVars>
      </dgm:prSet>
      <dgm:spPr/>
    </dgm:pt>
    <dgm:pt modelId="{435B6B61-BDC7-4BE5-8859-E85010CF5D23}" type="pres">
      <dgm:prSet presAssocID="{1D2149EF-3D21-4849-BD8F-97EBF4C87A4D}" presName="sibTrans" presStyleCnt="0"/>
      <dgm:spPr/>
    </dgm:pt>
    <dgm:pt modelId="{AEA2CAF3-FF05-47FE-90F7-6A474A2876A3}" type="pres">
      <dgm:prSet presAssocID="{54176D14-5A72-4145-BDF8-6C33523993B6}" presName="compNode" presStyleCnt="0"/>
      <dgm:spPr/>
    </dgm:pt>
    <dgm:pt modelId="{5A5AA9E5-5367-49A2-8932-68D859E17B38}" type="pres">
      <dgm:prSet presAssocID="{54176D14-5A72-4145-BDF8-6C33523993B6}" presName="bgRect" presStyleLbl="bgShp" presStyleIdx="2" presStyleCnt="6"/>
      <dgm:spPr/>
    </dgm:pt>
    <dgm:pt modelId="{0F99A726-42EE-4278-ADB1-E1BFE0F9CB5E}" type="pres">
      <dgm:prSet presAssocID="{54176D14-5A72-4145-BDF8-6C33523993B6}"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oche"/>
        </a:ext>
      </dgm:extLst>
    </dgm:pt>
    <dgm:pt modelId="{2DC86011-A1B6-476E-A157-39076109ADCD}" type="pres">
      <dgm:prSet presAssocID="{54176D14-5A72-4145-BDF8-6C33523993B6}" presName="spaceRect" presStyleCnt="0"/>
      <dgm:spPr/>
    </dgm:pt>
    <dgm:pt modelId="{BE48C5C1-A343-44B2-9C49-983FD655EFB0}" type="pres">
      <dgm:prSet presAssocID="{54176D14-5A72-4145-BDF8-6C33523993B6}" presName="parTx" presStyleLbl="revTx" presStyleIdx="2" presStyleCnt="6">
        <dgm:presLayoutVars>
          <dgm:chMax val="0"/>
          <dgm:chPref val="0"/>
        </dgm:presLayoutVars>
      </dgm:prSet>
      <dgm:spPr/>
    </dgm:pt>
    <dgm:pt modelId="{2AE27895-646E-4E42-BD2C-476FB0356C1F}" type="pres">
      <dgm:prSet presAssocID="{3440B9EE-E3B3-40BD-B77A-DB9BF9D1176C}" presName="sibTrans" presStyleCnt="0"/>
      <dgm:spPr/>
    </dgm:pt>
    <dgm:pt modelId="{1872B5E5-925F-41F9-92DC-6ADA891871B7}" type="pres">
      <dgm:prSet presAssocID="{4E1C390A-FB25-436E-9639-7AEBFBB65C20}" presName="compNode" presStyleCnt="0"/>
      <dgm:spPr/>
    </dgm:pt>
    <dgm:pt modelId="{F583EC24-1E1A-446A-A41C-348A9E55C799}" type="pres">
      <dgm:prSet presAssocID="{4E1C390A-FB25-436E-9639-7AEBFBB65C20}" presName="bgRect" presStyleLbl="bgShp" presStyleIdx="3" presStyleCnt="6"/>
      <dgm:spPr/>
    </dgm:pt>
    <dgm:pt modelId="{1305455C-3395-4C03-9B70-53F524E93BD6}" type="pres">
      <dgm:prSet presAssocID="{4E1C390A-FB25-436E-9639-7AEBFBB65C20}"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Ordinateur"/>
        </a:ext>
      </dgm:extLst>
    </dgm:pt>
    <dgm:pt modelId="{C067924B-D0D5-4078-B1AE-8F97FF07E357}" type="pres">
      <dgm:prSet presAssocID="{4E1C390A-FB25-436E-9639-7AEBFBB65C20}" presName="spaceRect" presStyleCnt="0"/>
      <dgm:spPr/>
    </dgm:pt>
    <dgm:pt modelId="{24C48C77-75B6-4FE9-BA4E-492624B1EFF6}" type="pres">
      <dgm:prSet presAssocID="{4E1C390A-FB25-436E-9639-7AEBFBB65C20}" presName="parTx" presStyleLbl="revTx" presStyleIdx="3" presStyleCnt="6">
        <dgm:presLayoutVars>
          <dgm:chMax val="0"/>
          <dgm:chPref val="0"/>
        </dgm:presLayoutVars>
      </dgm:prSet>
      <dgm:spPr/>
    </dgm:pt>
    <dgm:pt modelId="{B59202E1-0DCD-4030-8FD8-01C95C9CE2CD}" type="pres">
      <dgm:prSet presAssocID="{9C76AA39-C890-4D9B-BEA0-B71062A92007}" presName="sibTrans" presStyleCnt="0"/>
      <dgm:spPr/>
    </dgm:pt>
    <dgm:pt modelId="{44EA2A43-CEEF-45F5-966A-20079FDA5FEA}" type="pres">
      <dgm:prSet presAssocID="{E70CB064-6191-4C98-B757-BFF1FD0698A8}" presName="compNode" presStyleCnt="0"/>
      <dgm:spPr/>
    </dgm:pt>
    <dgm:pt modelId="{14024B57-D984-48D4-A409-F70CEFFB61A3}" type="pres">
      <dgm:prSet presAssocID="{E70CB064-6191-4C98-B757-BFF1FD0698A8}" presName="bgRect" presStyleLbl="bgShp" presStyleIdx="4" presStyleCnt="6"/>
      <dgm:spPr/>
    </dgm:pt>
    <dgm:pt modelId="{5726BC2D-592F-497B-B806-DA80B03011F7}" type="pres">
      <dgm:prSet presAssocID="{E70CB064-6191-4C98-B757-BFF1FD0698A8}"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Base de données"/>
        </a:ext>
      </dgm:extLst>
    </dgm:pt>
    <dgm:pt modelId="{5A7FFE18-4A36-4C51-B5B5-0BE947BAB080}" type="pres">
      <dgm:prSet presAssocID="{E70CB064-6191-4C98-B757-BFF1FD0698A8}" presName="spaceRect" presStyleCnt="0"/>
      <dgm:spPr/>
    </dgm:pt>
    <dgm:pt modelId="{2548A693-B62B-4DC4-B6F6-E44A7B29AE71}" type="pres">
      <dgm:prSet presAssocID="{E70CB064-6191-4C98-B757-BFF1FD0698A8}" presName="parTx" presStyleLbl="revTx" presStyleIdx="4" presStyleCnt="6">
        <dgm:presLayoutVars>
          <dgm:chMax val="0"/>
          <dgm:chPref val="0"/>
        </dgm:presLayoutVars>
      </dgm:prSet>
      <dgm:spPr/>
    </dgm:pt>
    <dgm:pt modelId="{18D4C23D-30FD-41BC-960D-16C078A2848A}" type="pres">
      <dgm:prSet presAssocID="{8D17AD63-A1AC-4AD3-A804-56B87E94AD29}" presName="sibTrans" presStyleCnt="0"/>
      <dgm:spPr/>
    </dgm:pt>
    <dgm:pt modelId="{71965345-DA4E-4A30-A6CF-7C00D51A1FC9}" type="pres">
      <dgm:prSet presAssocID="{6729AFF8-D4C9-4C31-9639-FD00D8CDFEF7}" presName="compNode" presStyleCnt="0"/>
      <dgm:spPr/>
    </dgm:pt>
    <dgm:pt modelId="{DFF91B53-76E8-4C14-838C-1267F2BA8E1F}" type="pres">
      <dgm:prSet presAssocID="{6729AFF8-D4C9-4C31-9639-FD00D8CDFEF7}" presName="bgRect" presStyleLbl="bgShp" presStyleIdx="5" presStyleCnt="6"/>
      <dgm:spPr/>
    </dgm:pt>
    <dgm:pt modelId="{CDADA1DB-9F08-4923-AC3D-BF0D1FB6725D}" type="pres">
      <dgm:prSet presAssocID="{6729AFF8-D4C9-4C31-9639-FD00D8CDFEF7}"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Enseignant"/>
        </a:ext>
      </dgm:extLst>
    </dgm:pt>
    <dgm:pt modelId="{65D9F28B-670E-42B4-A37A-55C3FFE5B604}" type="pres">
      <dgm:prSet presAssocID="{6729AFF8-D4C9-4C31-9639-FD00D8CDFEF7}" presName="spaceRect" presStyleCnt="0"/>
      <dgm:spPr/>
    </dgm:pt>
    <dgm:pt modelId="{E7B03037-7B96-4570-B000-A41BD2254602}" type="pres">
      <dgm:prSet presAssocID="{6729AFF8-D4C9-4C31-9639-FD00D8CDFEF7}" presName="parTx" presStyleLbl="revTx" presStyleIdx="5" presStyleCnt="6">
        <dgm:presLayoutVars>
          <dgm:chMax val="0"/>
          <dgm:chPref val="0"/>
        </dgm:presLayoutVars>
      </dgm:prSet>
      <dgm:spPr/>
    </dgm:pt>
  </dgm:ptLst>
  <dgm:cxnLst>
    <dgm:cxn modelId="{FB4ECE0C-3CA3-4433-9122-F57E3AA7AFF0}" srcId="{498CD105-E813-4342-9304-C044F27FE68D}" destId="{E70CB064-6191-4C98-B757-BFF1FD0698A8}" srcOrd="4" destOrd="0" parTransId="{8AD3539F-BA2C-4FB2-91AF-0BB3B7C598C8}" sibTransId="{8D17AD63-A1AC-4AD3-A804-56B87E94AD29}"/>
    <dgm:cxn modelId="{699EE415-B1E7-4A11-B4A6-D0A5ED9AF72F}" srcId="{498CD105-E813-4342-9304-C044F27FE68D}" destId="{6729AFF8-D4C9-4C31-9639-FD00D8CDFEF7}" srcOrd="5" destOrd="0" parTransId="{9BCEF5BB-89C1-4D25-A5BD-60FC56E3383F}" sibTransId="{CC1A5B2B-EEA8-4FAE-A299-20615B43D43B}"/>
    <dgm:cxn modelId="{8B3F5D3B-E9B8-4BD5-A386-DF7E08F94821}" type="presOf" srcId="{CAC2B7BD-D050-49ED-A301-A64824287ACB}" destId="{BB6D331A-4EC0-42E9-A829-57C4FBEDAB24}" srcOrd="0" destOrd="0" presId="urn:microsoft.com/office/officeart/2018/2/layout/IconVerticalSolidList"/>
    <dgm:cxn modelId="{6E53EA65-AD2C-4CFC-BBF7-A3AF98F6D209}" type="presOf" srcId="{498CD105-E813-4342-9304-C044F27FE68D}" destId="{DB8CEB25-03B6-4C51-A927-CB42DD20DD16}" srcOrd="0" destOrd="0" presId="urn:microsoft.com/office/officeart/2018/2/layout/IconVerticalSolidList"/>
    <dgm:cxn modelId="{E7CA9E48-3407-4A14-9B48-791FFE3E5A47}" type="presOf" srcId="{6729AFF8-D4C9-4C31-9639-FD00D8CDFEF7}" destId="{E7B03037-7B96-4570-B000-A41BD2254602}" srcOrd="0" destOrd="0" presId="urn:microsoft.com/office/officeart/2018/2/layout/IconVerticalSolidList"/>
    <dgm:cxn modelId="{0B94C449-AF44-4D18-9432-31436CF0877E}" type="presOf" srcId="{54176D14-5A72-4145-BDF8-6C33523993B6}" destId="{BE48C5C1-A343-44B2-9C49-983FD655EFB0}" srcOrd="0" destOrd="0" presId="urn:microsoft.com/office/officeart/2018/2/layout/IconVerticalSolidList"/>
    <dgm:cxn modelId="{FAC27871-D07C-4116-83E9-8454306DBD62}" srcId="{498CD105-E813-4342-9304-C044F27FE68D}" destId="{54176D14-5A72-4145-BDF8-6C33523993B6}" srcOrd="2" destOrd="0" parTransId="{A536FCCC-3E61-4CF4-9E1E-1D544B0C0900}" sibTransId="{3440B9EE-E3B3-40BD-B77A-DB9BF9D1176C}"/>
    <dgm:cxn modelId="{4932E17A-B20D-4698-BA24-882D9057AA45}" type="presOf" srcId="{4E1C390A-FB25-436E-9639-7AEBFBB65C20}" destId="{24C48C77-75B6-4FE9-BA4E-492624B1EFF6}" srcOrd="0" destOrd="0" presId="urn:microsoft.com/office/officeart/2018/2/layout/IconVerticalSolidList"/>
    <dgm:cxn modelId="{2FDF6186-AF17-40AD-BB8D-911C96AADD1F}" srcId="{498CD105-E813-4342-9304-C044F27FE68D}" destId="{CAC2B7BD-D050-49ED-A301-A64824287ACB}" srcOrd="0" destOrd="0" parTransId="{BB68DDE6-8DA5-497D-B558-CC145525B9A6}" sibTransId="{E2F6DA11-0C80-42A8-8BA8-9B2FC0D16C7C}"/>
    <dgm:cxn modelId="{4F5D27B5-AF85-4AB0-A486-72F4A893E69E}" type="presOf" srcId="{E70CB064-6191-4C98-B757-BFF1FD0698A8}" destId="{2548A693-B62B-4DC4-B6F6-E44A7B29AE71}" srcOrd="0" destOrd="0" presId="urn:microsoft.com/office/officeart/2018/2/layout/IconVerticalSolidList"/>
    <dgm:cxn modelId="{ADB1F8C3-4B2D-474C-895F-9C80C530AC44}" type="presOf" srcId="{617C85C1-0CF8-4F58-8F18-63F64D06B30F}" destId="{DE5F6CBB-AF27-49C7-882E-9946E050F726}" srcOrd="0" destOrd="0" presId="urn:microsoft.com/office/officeart/2018/2/layout/IconVerticalSolidList"/>
    <dgm:cxn modelId="{C7DB9FDE-16BA-4946-9D60-96BB43605465}" srcId="{498CD105-E813-4342-9304-C044F27FE68D}" destId="{617C85C1-0CF8-4F58-8F18-63F64D06B30F}" srcOrd="1" destOrd="0" parTransId="{60FF0EB8-00A2-4CDF-AD37-9B36977997BE}" sibTransId="{1D2149EF-3D21-4849-BD8F-97EBF4C87A4D}"/>
    <dgm:cxn modelId="{FCACA0EE-D3F3-4CEC-A0A0-D5E1EE197DFB}" srcId="{498CD105-E813-4342-9304-C044F27FE68D}" destId="{4E1C390A-FB25-436E-9639-7AEBFBB65C20}" srcOrd="3" destOrd="0" parTransId="{D6D056A7-9DE4-4C70-8208-C6EF30731CC8}" sibTransId="{9C76AA39-C890-4D9B-BEA0-B71062A92007}"/>
    <dgm:cxn modelId="{281DFAB7-5EB6-480A-A641-3281490120FA}" type="presParOf" srcId="{DB8CEB25-03B6-4C51-A927-CB42DD20DD16}" destId="{1A50A67E-5D39-482E-9629-A84116F24AC4}" srcOrd="0" destOrd="0" presId="urn:microsoft.com/office/officeart/2018/2/layout/IconVerticalSolidList"/>
    <dgm:cxn modelId="{518A4436-46BA-4F22-A64B-2242AB40E284}" type="presParOf" srcId="{1A50A67E-5D39-482E-9629-A84116F24AC4}" destId="{04D8E4A2-8386-4E8E-9A4E-733AA61B6926}" srcOrd="0" destOrd="0" presId="urn:microsoft.com/office/officeart/2018/2/layout/IconVerticalSolidList"/>
    <dgm:cxn modelId="{6BC4696C-7D7A-425B-BFBB-79C2856A1602}" type="presParOf" srcId="{1A50A67E-5D39-482E-9629-A84116F24AC4}" destId="{598127F5-ECA3-4BDA-B5FC-C3E50B197465}" srcOrd="1" destOrd="0" presId="urn:microsoft.com/office/officeart/2018/2/layout/IconVerticalSolidList"/>
    <dgm:cxn modelId="{ADBE9DB3-7E86-4BAB-B72E-A76D020E843B}" type="presParOf" srcId="{1A50A67E-5D39-482E-9629-A84116F24AC4}" destId="{87BCEDB7-DC5B-4377-8047-1CADEE33E63F}" srcOrd="2" destOrd="0" presId="urn:microsoft.com/office/officeart/2018/2/layout/IconVerticalSolidList"/>
    <dgm:cxn modelId="{66FBF412-5544-4094-B1F5-E396A3346A7C}" type="presParOf" srcId="{1A50A67E-5D39-482E-9629-A84116F24AC4}" destId="{BB6D331A-4EC0-42E9-A829-57C4FBEDAB24}" srcOrd="3" destOrd="0" presId="urn:microsoft.com/office/officeart/2018/2/layout/IconVerticalSolidList"/>
    <dgm:cxn modelId="{E3C98368-A6C8-4137-86DC-E07012A12B85}" type="presParOf" srcId="{DB8CEB25-03B6-4C51-A927-CB42DD20DD16}" destId="{FAB2D1F3-CBF6-41C0-998F-B05D380819B6}" srcOrd="1" destOrd="0" presId="urn:microsoft.com/office/officeart/2018/2/layout/IconVerticalSolidList"/>
    <dgm:cxn modelId="{B4098DA9-0A11-49D6-9663-798EEE7A2CB5}" type="presParOf" srcId="{DB8CEB25-03B6-4C51-A927-CB42DD20DD16}" destId="{94883D6D-B04A-44B3-BA03-A17F73D77E99}" srcOrd="2" destOrd="0" presId="urn:microsoft.com/office/officeart/2018/2/layout/IconVerticalSolidList"/>
    <dgm:cxn modelId="{B5CFC10B-BA2C-46EB-B912-E42A38CAD0B1}" type="presParOf" srcId="{94883D6D-B04A-44B3-BA03-A17F73D77E99}" destId="{B44F92BE-BC79-4CE4-A96E-0F63FF30B596}" srcOrd="0" destOrd="0" presId="urn:microsoft.com/office/officeart/2018/2/layout/IconVerticalSolidList"/>
    <dgm:cxn modelId="{60761F29-E4B3-4507-AE63-90EEA36AF6BA}" type="presParOf" srcId="{94883D6D-B04A-44B3-BA03-A17F73D77E99}" destId="{9509F5AE-5466-47EE-9B02-59AAC9F003B0}" srcOrd="1" destOrd="0" presId="urn:microsoft.com/office/officeart/2018/2/layout/IconVerticalSolidList"/>
    <dgm:cxn modelId="{A2040BE9-680A-4866-BFF6-9637730298D1}" type="presParOf" srcId="{94883D6D-B04A-44B3-BA03-A17F73D77E99}" destId="{2FBE3C2E-7A64-46E2-AD0B-468C8924DCAB}" srcOrd="2" destOrd="0" presId="urn:microsoft.com/office/officeart/2018/2/layout/IconVerticalSolidList"/>
    <dgm:cxn modelId="{6BE76F88-FB8A-4277-9365-8E0446DCC0D6}" type="presParOf" srcId="{94883D6D-B04A-44B3-BA03-A17F73D77E99}" destId="{DE5F6CBB-AF27-49C7-882E-9946E050F726}" srcOrd="3" destOrd="0" presId="urn:microsoft.com/office/officeart/2018/2/layout/IconVerticalSolidList"/>
    <dgm:cxn modelId="{7734ED66-57AB-4557-B2B0-8B69257BD20F}" type="presParOf" srcId="{DB8CEB25-03B6-4C51-A927-CB42DD20DD16}" destId="{435B6B61-BDC7-4BE5-8859-E85010CF5D23}" srcOrd="3" destOrd="0" presId="urn:microsoft.com/office/officeart/2018/2/layout/IconVerticalSolidList"/>
    <dgm:cxn modelId="{BB1A8C0D-458F-47AB-A181-86DEDDCE30C4}" type="presParOf" srcId="{DB8CEB25-03B6-4C51-A927-CB42DD20DD16}" destId="{AEA2CAF3-FF05-47FE-90F7-6A474A2876A3}" srcOrd="4" destOrd="0" presId="urn:microsoft.com/office/officeart/2018/2/layout/IconVerticalSolidList"/>
    <dgm:cxn modelId="{23D32DE8-CF58-45D6-9051-CC462AD1221C}" type="presParOf" srcId="{AEA2CAF3-FF05-47FE-90F7-6A474A2876A3}" destId="{5A5AA9E5-5367-49A2-8932-68D859E17B38}" srcOrd="0" destOrd="0" presId="urn:microsoft.com/office/officeart/2018/2/layout/IconVerticalSolidList"/>
    <dgm:cxn modelId="{EE861780-BB54-4A43-8741-032B2B69A03E}" type="presParOf" srcId="{AEA2CAF3-FF05-47FE-90F7-6A474A2876A3}" destId="{0F99A726-42EE-4278-ADB1-E1BFE0F9CB5E}" srcOrd="1" destOrd="0" presId="urn:microsoft.com/office/officeart/2018/2/layout/IconVerticalSolidList"/>
    <dgm:cxn modelId="{A66A4035-ED84-469D-BF7E-57E3BEBD6002}" type="presParOf" srcId="{AEA2CAF3-FF05-47FE-90F7-6A474A2876A3}" destId="{2DC86011-A1B6-476E-A157-39076109ADCD}" srcOrd="2" destOrd="0" presId="urn:microsoft.com/office/officeart/2018/2/layout/IconVerticalSolidList"/>
    <dgm:cxn modelId="{465CB49A-CBC9-427B-A360-3A280E763249}" type="presParOf" srcId="{AEA2CAF3-FF05-47FE-90F7-6A474A2876A3}" destId="{BE48C5C1-A343-44B2-9C49-983FD655EFB0}" srcOrd="3" destOrd="0" presId="urn:microsoft.com/office/officeart/2018/2/layout/IconVerticalSolidList"/>
    <dgm:cxn modelId="{A142B210-0705-4C58-9937-C154D52E3403}" type="presParOf" srcId="{DB8CEB25-03B6-4C51-A927-CB42DD20DD16}" destId="{2AE27895-646E-4E42-BD2C-476FB0356C1F}" srcOrd="5" destOrd="0" presId="urn:microsoft.com/office/officeart/2018/2/layout/IconVerticalSolidList"/>
    <dgm:cxn modelId="{F92AF06C-FDCA-4F67-A735-6A449148F3A8}" type="presParOf" srcId="{DB8CEB25-03B6-4C51-A927-CB42DD20DD16}" destId="{1872B5E5-925F-41F9-92DC-6ADA891871B7}" srcOrd="6" destOrd="0" presId="urn:microsoft.com/office/officeart/2018/2/layout/IconVerticalSolidList"/>
    <dgm:cxn modelId="{B4BE8E01-2003-475F-9B3D-163963055764}" type="presParOf" srcId="{1872B5E5-925F-41F9-92DC-6ADA891871B7}" destId="{F583EC24-1E1A-446A-A41C-348A9E55C799}" srcOrd="0" destOrd="0" presId="urn:microsoft.com/office/officeart/2018/2/layout/IconVerticalSolidList"/>
    <dgm:cxn modelId="{40CD7381-15EA-4137-87B2-75A3C906DB41}" type="presParOf" srcId="{1872B5E5-925F-41F9-92DC-6ADA891871B7}" destId="{1305455C-3395-4C03-9B70-53F524E93BD6}" srcOrd="1" destOrd="0" presId="urn:microsoft.com/office/officeart/2018/2/layout/IconVerticalSolidList"/>
    <dgm:cxn modelId="{7DC444E8-A146-4C6D-8C73-D155D6C22F0E}" type="presParOf" srcId="{1872B5E5-925F-41F9-92DC-6ADA891871B7}" destId="{C067924B-D0D5-4078-B1AE-8F97FF07E357}" srcOrd="2" destOrd="0" presId="urn:microsoft.com/office/officeart/2018/2/layout/IconVerticalSolidList"/>
    <dgm:cxn modelId="{5A5C9FEA-2911-4435-AE44-2AE4FE6EA90C}" type="presParOf" srcId="{1872B5E5-925F-41F9-92DC-6ADA891871B7}" destId="{24C48C77-75B6-4FE9-BA4E-492624B1EFF6}" srcOrd="3" destOrd="0" presId="urn:microsoft.com/office/officeart/2018/2/layout/IconVerticalSolidList"/>
    <dgm:cxn modelId="{E9147F84-9436-4207-8369-4507CE8A5B51}" type="presParOf" srcId="{DB8CEB25-03B6-4C51-A927-CB42DD20DD16}" destId="{B59202E1-0DCD-4030-8FD8-01C95C9CE2CD}" srcOrd="7" destOrd="0" presId="urn:microsoft.com/office/officeart/2018/2/layout/IconVerticalSolidList"/>
    <dgm:cxn modelId="{D1A10219-89AA-4B79-8E15-77DBB8AF51CE}" type="presParOf" srcId="{DB8CEB25-03B6-4C51-A927-CB42DD20DD16}" destId="{44EA2A43-CEEF-45F5-966A-20079FDA5FEA}" srcOrd="8" destOrd="0" presId="urn:microsoft.com/office/officeart/2018/2/layout/IconVerticalSolidList"/>
    <dgm:cxn modelId="{C20B6447-70B7-46E7-9037-E82FDD24133A}" type="presParOf" srcId="{44EA2A43-CEEF-45F5-966A-20079FDA5FEA}" destId="{14024B57-D984-48D4-A409-F70CEFFB61A3}" srcOrd="0" destOrd="0" presId="urn:microsoft.com/office/officeart/2018/2/layout/IconVerticalSolidList"/>
    <dgm:cxn modelId="{FF0E68B9-8A22-4059-9974-7D177E8E9E1E}" type="presParOf" srcId="{44EA2A43-CEEF-45F5-966A-20079FDA5FEA}" destId="{5726BC2D-592F-497B-B806-DA80B03011F7}" srcOrd="1" destOrd="0" presId="urn:microsoft.com/office/officeart/2018/2/layout/IconVerticalSolidList"/>
    <dgm:cxn modelId="{C555C812-EA48-4ED8-BAE4-99FA1D2ED4F8}" type="presParOf" srcId="{44EA2A43-CEEF-45F5-966A-20079FDA5FEA}" destId="{5A7FFE18-4A36-4C51-B5B5-0BE947BAB080}" srcOrd="2" destOrd="0" presId="urn:microsoft.com/office/officeart/2018/2/layout/IconVerticalSolidList"/>
    <dgm:cxn modelId="{103E0195-A79E-4438-BA5D-9DB58E99E919}" type="presParOf" srcId="{44EA2A43-CEEF-45F5-966A-20079FDA5FEA}" destId="{2548A693-B62B-4DC4-B6F6-E44A7B29AE71}" srcOrd="3" destOrd="0" presId="urn:microsoft.com/office/officeart/2018/2/layout/IconVerticalSolidList"/>
    <dgm:cxn modelId="{B361A2CB-37A0-4ECE-81A7-5647E9898C39}" type="presParOf" srcId="{DB8CEB25-03B6-4C51-A927-CB42DD20DD16}" destId="{18D4C23D-30FD-41BC-960D-16C078A2848A}" srcOrd="9" destOrd="0" presId="urn:microsoft.com/office/officeart/2018/2/layout/IconVerticalSolidList"/>
    <dgm:cxn modelId="{53A546DD-3575-45A8-A4A1-1A027D1DE8D5}" type="presParOf" srcId="{DB8CEB25-03B6-4C51-A927-CB42DD20DD16}" destId="{71965345-DA4E-4A30-A6CF-7C00D51A1FC9}" srcOrd="10" destOrd="0" presId="urn:microsoft.com/office/officeart/2018/2/layout/IconVerticalSolidList"/>
    <dgm:cxn modelId="{7D25AD14-2FA2-4637-A241-CDF5E8D5AF47}" type="presParOf" srcId="{71965345-DA4E-4A30-A6CF-7C00D51A1FC9}" destId="{DFF91B53-76E8-4C14-838C-1267F2BA8E1F}" srcOrd="0" destOrd="0" presId="urn:microsoft.com/office/officeart/2018/2/layout/IconVerticalSolidList"/>
    <dgm:cxn modelId="{07813850-A0D8-4CA7-8725-E32BF8FC40FB}" type="presParOf" srcId="{71965345-DA4E-4A30-A6CF-7C00D51A1FC9}" destId="{CDADA1DB-9F08-4923-AC3D-BF0D1FB6725D}" srcOrd="1" destOrd="0" presId="urn:microsoft.com/office/officeart/2018/2/layout/IconVerticalSolidList"/>
    <dgm:cxn modelId="{390F7596-617E-4540-8801-A04E5B6F33A8}" type="presParOf" srcId="{71965345-DA4E-4A30-A6CF-7C00D51A1FC9}" destId="{65D9F28B-670E-42B4-A37A-55C3FFE5B604}" srcOrd="2" destOrd="0" presId="urn:microsoft.com/office/officeart/2018/2/layout/IconVerticalSolidList"/>
    <dgm:cxn modelId="{1705B13B-1969-49D3-8ED8-7D8E9D4E956B}" type="presParOf" srcId="{71965345-DA4E-4A30-A6CF-7C00D51A1FC9}" destId="{E7B03037-7B96-4570-B000-A41BD225460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936B940-1245-4750-8C32-642345B51DF7}"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974B3406-1DA4-4518-9664-2A3C9C9CF021}">
      <dgm:prSet/>
      <dgm:spPr/>
      <dgm:t>
        <a:bodyPr/>
        <a:lstStyle/>
        <a:p>
          <a:r>
            <a:rPr lang="fr-FR" dirty="0"/>
            <a:t>Développer une application mobile éducative moderne. </a:t>
          </a:r>
          <a:endParaRPr lang="en-US" dirty="0"/>
        </a:p>
      </dgm:t>
    </dgm:pt>
    <dgm:pt modelId="{5C2F13BF-8592-4E37-A88A-03051D66C8E6}" type="sibTrans" cxnId="{AF91EFEC-4261-41FC-900B-E345D325E80F}">
      <dgm:prSet/>
      <dgm:spPr/>
      <dgm:t>
        <a:bodyPr/>
        <a:lstStyle/>
        <a:p>
          <a:endParaRPr lang="en-US"/>
        </a:p>
      </dgm:t>
    </dgm:pt>
    <dgm:pt modelId="{BDE2578D-B2FD-48C1-A810-52573B41B3DC}" type="parTrans" cxnId="{AF91EFEC-4261-41FC-900B-E345D325E80F}">
      <dgm:prSet/>
      <dgm:spPr/>
      <dgm:t>
        <a:bodyPr/>
        <a:lstStyle/>
        <a:p>
          <a:endParaRPr lang="en-US"/>
        </a:p>
      </dgm:t>
    </dgm:pt>
    <dgm:pt modelId="{BDD15139-FB6B-4313-BFB3-F8E94140FECB}">
      <dgm:prSet/>
      <dgm:spPr/>
      <dgm:t>
        <a:bodyPr/>
        <a:lstStyle/>
        <a:p>
          <a:r>
            <a:rPr lang="fr-FR" dirty="0"/>
            <a:t>Permettre aux utilisateurs de tester leurs compétences en programmation. </a:t>
          </a:r>
          <a:endParaRPr lang="en-US" dirty="0"/>
        </a:p>
      </dgm:t>
    </dgm:pt>
    <dgm:pt modelId="{C8755D73-1D79-43D4-987C-B3E06B55B978}" type="sibTrans" cxnId="{573F8021-04DF-4A52-85C0-0600712FA06A}">
      <dgm:prSet/>
      <dgm:spPr/>
      <dgm:t>
        <a:bodyPr/>
        <a:lstStyle/>
        <a:p>
          <a:endParaRPr lang="en-US"/>
        </a:p>
      </dgm:t>
    </dgm:pt>
    <dgm:pt modelId="{0491625B-A7DC-41E6-A8FC-3BD5DE9D722E}" type="parTrans" cxnId="{573F8021-04DF-4A52-85C0-0600712FA06A}">
      <dgm:prSet/>
      <dgm:spPr/>
      <dgm:t>
        <a:bodyPr/>
        <a:lstStyle/>
        <a:p>
          <a:endParaRPr lang="en-US"/>
        </a:p>
      </dgm:t>
    </dgm:pt>
    <dgm:pt modelId="{2310668B-7A8D-47B9-B17A-3625A81D26C8}">
      <dgm:prSet/>
      <dgm:spPr/>
      <dgm:t>
        <a:bodyPr/>
        <a:lstStyle/>
        <a:p>
          <a:r>
            <a:rPr lang="fr-FR" dirty="0"/>
            <a:t>Fournir des explications après chaque quiz. </a:t>
          </a:r>
          <a:endParaRPr lang="en-US" dirty="0"/>
        </a:p>
      </dgm:t>
    </dgm:pt>
    <dgm:pt modelId="{BDCD509F-4531-48B0-8EA5-1630A0208D4A}" type="sibTrans" cxnId="{6F08AEBE-C3C6-4199-8F7E-27C903E96B25}">
      <dgm:prSet/>
      <dgm:spPr/>
      <dgm:t>
        <a:bodyPr/>
        <a:lstStyle/>
        <a:p>
          <a:endParaRPr lang="en-US"/>
        </a:p>
      </dgm:t>
    </dgm:pt>
    <dgm:pt modelId="{50E92449-7B7C-443A-AB8E-397F22855BF7}" type="parTrans" cxnId="{6F08AEBE-C3C6-4199-8F7E-27C903E96B25}">
      <dgm:prSet/>
      <dgm:spPr/>
      <dgm:t>
        <a:bodyPr/>
        <a:lstStyle/>
        <a:p>
          <a:endParaRPr lang="en-US"/>
        </a:p>
      </dgm:t>
    </dgm:pt>
    <dgm:pt modelId="{CF121971-C32C-453D-A72D-3B7BBE130BCD}">
      <dgm:prSet/>
      <dgm:spPr/>
      <dgm:t>
        <a:bodyPr/>
        <a:lstStyle/>
        <a:p>
          <a:r>
            <a:rPr lang="fr-FR" dirty="0"/>
            <a:t>Intégrer un </a:t>
          </a:r>
          <a:r>
            <a:rPr lang="fr-FR" dirty="0" err="1"/>
            <a:t>chatbot</a:t>
          </a:r>
          <a:r>
            <a:rPr lang="fr-FR" dirty="0"/>
            <a:t> intelligent pour l’assistance pédagogique. </a:t>
          </a:r>
          <a:endParaRPr lang="en-US" dirty="0"/>
        </a:p>
      </dgm:t>
    </dgm:pt>
    <dgm:pt modelId="{2EFAF6E6-F44A-49D6-BE4F-AAC63EE7A188}" type="sibTrans" cxnId="{E04F99C9-817D-4B30-9786-B10EB5F5BDB0}">
      <dgm:prSet/>
      <dgm:spPr/>
      <dgm:t>
        <a:bodyPr/>
        <a:lstStyle/>
        <a:p>
          <a:endParaRPr lang="en-US"/>
        </a:p>
      </dgm:t>
    </dgm:pt>
    <dgm:pt modelId="{42548C22-A7B9-4036-B83A-DB4415562CB6}" type="parTrans" cxnId="{E04F99C9-817D-4B30-9786-B10EB5F5BDB0}">
      <dgm:prSet/>
      <dgm:spPr/>
      <dgm:t>
        <a:bodyPr/>
        <a:lstStyle/>
        <a:p>
          <a:endParaRPr lang="en-US"/>
        </a:p>
      </dgm:t>
    </dgm:pt>
    <dgm:pt modelId="{70A6C71E-E356-4FA8-B364-419F0AA69F03}">
      <dgm:prSet/>
      <dgm:spPr/>
      <dgm:t>
        <a:bodyPr/>
        <a:lstStyle/>
        <a:p>
          <a:r>
            <a:rPr lang="fr-FR" dirty="0"/>
            <a:t>Suivre la progression des utilisateurs via un système de score. </a:t>
          </a:r>
          <a:endParaRPr lang="en-US" dirty="0"/>
        </a:p>
      </dgm:t>
    </dgm:pt>
    <dgm:pt modelId="{F5A157F5-F967-4181-BBDF-90B8DC8F5A60}" type="sibTrans" cxnId="{0FE23748-7C99-443D-9E81-7DAB9F7CA259}">
      <dgm:prSet/>
      <dgm:spPr/>
      <dgm:t>
        <a:bodyPr/>
        <a:lstStyle/>
        <a:p>
          <a:endParaRPr lang="en-US"/>
        </a:p>
      </dgm:t>
    </dgm:pt>
    <dgm:pt modelId="{A3DC2346-F616-43A6-9F08-A2E4F1EB18F7}" type="parTrans" cxnId="{0FE23748-7C99-443D-9E81-7DAB9F7CA259}">
      <dgm:prSet/>
      <dgm:spPr/>
      <dgm:t>
        <a:bodyPr/>
        <a:lstStyle/>
        <a:p>
          <a:endParaRPr lang="en-US"/>
        </a:p>
      </dgm:t>
    </dgm:pt>
    <dgm:pt modelId="{94C8ECCF-2E2A-4030-9B9F-4CB85B79CEBC}" type="pres">
      <dgm:prSet presAssocID="{A936B940-1245-4750-8C32-642345B51DF7}" presName="outerComposite" presStyleCnt="0">
        <dgm:presLayoutVars>
          <dgm:chMax val="5"/>
          <dgm:dir/>
          <dgm:resizeHandles val="exact"/>
        </dgm:presLayoutVars>
      </dgm:prSet>
      <dgm:spPr/>
    </dgm:pt>
    <dgm:pt modelId="{3483D1D0-FB13-4D7F-9376-DDF400D5D702}" type="pres">
      <dgm:prSet presAssocID="{A936B940-1245-4750-8C32-642345B51DF7}" presName="dummyMaxCanvas" presStyleCnt="0">
        <dgm:presLayoutVars/>
      </dgm:prSet>
      <dgm:spPr/>
    </dgm:pt>
    <dgm:pt modelId="{D5A8C5EB-DD91-4224-8F5A-C7B166400621}" type="pres">
      <dgm:prSet presAssocID="{A936B940-1245-4750-8C32-642345B51DF7}" presName="FiveNodes_1" presStyleLbl="node1" presStyleIdx="0" presStyleCnt="5">
        <dgm:presLayoutVars>
          <dgm:bulletEnabled val="1"/>
        </dgm:presLayoutVars>
      </dgm:prSet>
      <dgm:spPr/>
    </dgm:pt>
    <dgm:pt modelId="{ACC7CC42-922F-40A7-A239-0EAE595174BF}" type="pres">
      <dgm:prSet presAssocID="{A936B940-1245-4750-8C32-642345B51DF7}" presName="FiveNodes_2" presStyleLbl="node1" presStyleIdx="1" presStyleCnt="5">
        <dgm:presLayoutVars>
          <dgm:bulletEnabled val="1"/>
        </dgm:presLayoutVars>
      </dgm:prSet>
      <dgm:spPr/>
    </dgm:pt>
    <dgm:pt modelId="{A7388149-10A8-4C38-8FB6-0399577D9016}" type="pres">
      <dgm:prSet presAssocID="{A936B940-1245-4750-8C32-642345B51DF7}" presName="FiveNodes_3" presStyleLbl="node1" presStyleIdx="2" presStyleCnt="5">
        <dgm:presLayoutVars>
          <dgm:bulletEnabled val="1"/>
        </dgm:presLayoutVars>
      </dgm:prSet>
      <dgm:spPr/>
    </dgm:pt>
    <dgm:pt modelId="{82E98E90-6B58-4284-B761-BE398D6864BE}" type="pres">
      <dgm:prSet presAssocID="{A936B940-1245-4750-8C32-642345B51DF7}" presName="FiveNodes_4" presStyleLbl="node1" presStyleIdx="3" presStyleCnt="5">
        <dgm:presLayoutVars>
          <dgm:bulletEnabled val="1"/>
        </dgm:presLayoutVars>
      </dgm:prSet>
      <dgm:spPr/>
    </dgm:pt>
    <dgm:pt modelId="{364A9E31-B2CC-42AB-98A2-1C48D3B59D8A}" type="pres">
      <dgm:prSet presAssocID="{A936B940-1245-4750-8C32-642345B51DF7}" presName="FiveNodes_5" presStyleLbl="node1" presStyleIdx="4" presStyleCnt="5">
        <dgm:presLayoutVars>
          <dgm:bulletEnabled val="1"/>
        </dgm:presLayoutVars>
      </dgm:prSet>
      <dgm:spPr/>
    </dgm:pt>
    <dgm:pt modelId="{40D5D033-F28C-4CE3-BAB2-9FE9DFCED93A}" type="pres">
      <dgm:prSet presAssocID="{A936B940-1245-4750-8C32-642345B51DF7}" presName="FiveConn_1-2" presStyleLbl="fgAccFollowNode1" presStyleIdx="0" presStyleCnt="4">
        <dgm:presLayoutVars>
          <dgm:bulletEnabled val="1"/>
        </dgm:presLayoutVars>
      </dgm:prSet>
      <dgm:spPr/>
    </dgm:pt>
    <dgm:pt modelId="{5E23F7AB-6583-4209-8126-3DF2CF1FC2EB}" type="pres">
      <dgm:prSet presAssocID="{A936B940-1245-4750-8C32-642345B51DF7}" presName="FiveConn_2-3" presStyleLbl="fgAccFollowNode1" presStyleIdx="1" presStyleCnt="4">
        <dgm:presLayoutVars>
          <dgm:bulletEnabled val="1"/>
        </dgm:presLayoutVars>
      </dgm:prSet>
      <dgm:spPr/>
    </dgm:pt>
    <dgm:pt modelId="{EC12004B-0051-40E8-B6E1-DE038C23E766}" type="pres">
      <dgm:prSet presAssocID="{A936B940-1245-4750-8C32-642345B51DF7}" presName="FiveConn_3-4" presStyleLbl="fgAccFollowNode1" presStyleIdx="2" presStyleCnt="4">
        <dgm:presLayoutVars>
          <dgm:bulletEnabled val="1"/>
        </dgm:presLayoutVars>
      </dgm:prSet>
      <dgm:spPr/>
    </dgm:pt>
    <dgm:pt modelId="{D23634C7-FE38-4881-964F-69D28766CDE7}" type="pres">
      <dgm:prSet presAssocID="{A936B940-1245-4750-8C32-642345B51DF7}" presName="FiveConn_4-5" presStyleLbl="fgAccFollowNode1" presStyleIdx="3" presStyleCnt="4">
        <dgm:presLayoutVars>
          <dgm:bulletEnabled val="1"/>
        </dgm:presLayoutVars>
      </dgm:prSet>
      <dgm:spPr/>
    </dgm:pt>
    <dgm:pt modelId="{78772B11-CED6-474E-933B-6067103D5F82}" type="pres">
      <dgm:prSet presAssocID="{A936B940-1245-4750-8C32-642345B51DF7}" presName="FiveNodes_1_text" presStyleLbl="node1" presStyleIdx="4" presStyleCnt="5">
        <dgm:presLayoutVars>
          <dgm:bulletEnabled val="1"/>
        </dgm:presLayoutVars>
      </dgm:prSet>
      <dgm:spPr/>
    </dgm:pt>
    <dgm:pt modelId="{4079CD17-96F5-41FC-A04B-0279CE9553D2}" type="pres">
      <dgm:prSet presAssocID="{A936B940-1245-4750-8C32-642345B51DF7}" presName="FiveNodes_2_text" presStyleLbl="node1" presStyleIdx="4" presStyleCnt="5">
        <dgm:presLayoutVars>
          <dgm:bulletEnabled val="1"/>
        </dgm:presLayoutVars>
      </dgm:prSet>
      <dgm:spPr/>
    </dgm:pt>
    <dgm:pt modelId="{A3EFD6F4-F288-4959-BF8C-6990BB3477A3}" type="pres">
      <dgm:prSet presAssocID="{A936B940-1245-4750-8C32-642345B51DF7}" presName="FiveNodes_3_text" presStyleLbl="node1" presStyleIdx="4" presStyleCnt="5">
        <dgm:presLayoutVars>
          <dgm:bulletEnabled val="1"/>
        </dgm:presLayoutVars>
      </dgm:prSet>
      <dgm:spPr/>
    </dgm:pt>
    <dgm:pt modelId="{72589867-7067-4A40-933A-62397EA27ACA}" type="pres">
      <dgm:prSet presAssocID="{A936B940-1245-4750-8C32-642345B51DF7}" presName="FiveNodes_4_text" presStyleLbl="node1" presStyleIdx="4" presStyleCnt="5">
        <dgm:presLayoutVars>
          <dgm:bulletEnabled val="1"/>
        </dgm:presLayoutVars>
      </dgm:prSet>
      <dgm:spPr/>
    </dgm:pt>
    <dgm:pt modelId="{ED443E2F-DFC5-4541-8612-901217781B4F}" type="pres">
      <dgm:prSet presAssocID="{A936B940-1245-4750-8C32-642345B51DF7}" presName="FiveNodes_5_text" presStyleLbl="node1" presStyleIdx="4" presStyleCnt="5">
        <dgm:presLayoutVars>
          <dgm:bulletEnabled val="1"/>
        </dgm:presLayoutVars>
      </dgm:prSet>
      <dgm:spPr/>
    </dgm:pt>
  </dgm:ptLst>
  <dgm:cxnLst>
    <dgm:cxn modelId="{76CD7E0F-20E0-4F4A-B793-ABB77C5C2A28}" type="presOf" srcId="{2310668B-7A8D-47B9-B17A-3625A81D26C8}" destId="{A7388149-10A8-4C38-8FB6-0399577D9016}" srcOrd="0" destOrd="0" presId="urn:microsoft.com/office/officeart/2005/8/layout/vProcess5"/>
    <dgm:cxn modelId="{C8F69717-C0DD-4669-B42E-FA484C9FC395}" type="presOf" srcId="{CF121971-C32C-453D-A72D-3B7BBE130BCD}" destId="{82E98E90-6B58-4284-B761-BE398D6864BE}" srcOrd="0" destOrd="0" presId="urn:microsoft.com/office/officeart/2005/8/layout/vProcess5"/>
    <dgm:cxn modelId="{74352319-50E4-4C42-8C56-8A4877CFDE94}" type="presOf" srcId="{BDD15139-FB6B-4313-BFB3-F8E94140FECB}" destId="{4079CD17-96F5-41FC-A04B-0279CE9553D2}" srcOrd="1" destOrd="0" presId="urn:microsoft.com/office/officeart/2005/8/layout/vProcess5"/>
    <dgm:cxn modelId="{573F8021-04DF-4A52-85C0-0600712FA06A}" srcId="{A936B940-1245-4750-8C32-642345B51DF7}" destId="{BDD15139-FB6B-4313-BFB3-F8E94140FECB}" srcOrd="1" destOrd="0" parTransId="{0491625B-A7DC-41E6-A8FC-3BD5DE9D722E}" sibTransId="{C8755D73-1D79-43D4-987C-B3E06B55B978}"/>
    <dgm:cxn modelId="{DC1F7D66-E171-4978-B12F-89C56241BCD8}" type="presOf" srcId="{70A6C71E-E356-4FA8-B364-419F0AA69F03}" destId="{364A9E31-B2CC-42AB-98A2-1C48D3B59D8A}" srcOrd="0" destOrd="0" presId="urn:microsoft.com/office/officeart/2005/8/layout/vProcess5"/>
    <dgm:cxn modelId="{0FE23748-7C99-443D-9E81-7DAB9F7CA259}" srcId="{A936B940-1245-4750-8C32-642345B51DF7}" destId="{70A6C71E-E356-4FA8-B364-419F0AA69F03}" srcOrd="4" destOrd="0" parTransId="{A3DC2346-F616-43A6-9F08-A2E4F1EB18F7}" sibTransId="{F5A157F5-F967-4181-BBDF-90B8DC8F5A60}"/>
    <dgm:cxn modelId="{032C844B-2B9D-4F96-96F7-C146547CC3F8}" type="presOf" srcId="{A936B940-1245-4750-8C32-642345B51DF7}" destId="{94C8ECCF-2E2A-4030-9B9F-4CB85B79CEBC}" srcOrd="0" destOrd="0" presId="urn:microsoft.com/office/officeart/2005/8/layout/vProcess5"/>
    <dgm:cxn modelId="{AA8B7A8D-2192-47BB-999E-448F91DB2FAB}" type="presOf" srcId="{5C2F13BF-8592-4E37-A88A-03051D66C8E6}" destId="{40D5D033-F28C-4CE3-BAB2-9FE9DFCED93A}" srcOrd="0" destOrd="0" presId="urn:microsoft.com/office/officeart/2005/8/layout/vProcess5"/>
    <dgm:cxn modelId="{E6CAB796-7937-4ED7-9716-7035AA5DA47B}" type="presOf" srcId="{70A6C71E-E356-4FA8-B364-419F0AA69F03}" destId="{ED443E2F-DFC5-4541-8612-901217781B4F}" srcOrd="1" destOrd="0" presId="urn:microsoft.com/office/officeart/2005/8/layout/vProcess5"/>
    <dgm:cxn modelId="{AA007399-C82D-4474-BC26-626693B54F01}" type="presOf" srcId="{C8755D73-1D79-43D4-987C-B3E06B55B978}" destId="{5E23F7AB-6583-4209-8126-3DF2CF1FC2EB}" srcOrd="0" destOrd="0" presId="urn:microsoft.com/office/officeart/2005/8/layout/vProcess5"/>
    <dgm:cxn modelId="{FF0D10A0-A74A-4F96-8584-565971646C0D}" type="presOf" srcId="{BDCD509F-4531-48B0-8EA5-1630A0208D4A}" destId="{EC12004B-0051-40E8-B6E1-DE038C23E766}" srcOrd="0" destOrd="0" presId="urn:microsoft.com/office/officeart/2005/8/layout/vProcess5"/>
    <dgm:cxn modelId="{8B807AA9-C098-44DD-ADE4-D7728D65DEBC}" type="presOf" srcId="{2EFAF6E6-F44A-49D6-BE4F-AAC63EE7A188}" destId="{D23634C7-FE38-4881-964F-69D28766CDE7}" srcOrd="0" destOrd="0" presId="urn:microsoft.com/office/officeart/2005/8/layout/vProcess5"/>
    <dgm:cxn modelId="{34A1B4B3-DE3A-41BA-983C-D9607CE22033}" type="presOf" srcId="{974B3406-1DA4-4518-9664-2A3C9C9CF021}" destId="{78772B11-CED6-474E-933B-6067103D5F82}" srcOrd="1" destOrd="0" presId="urn:microsoft.com/office/officeart/2005/8/layout/vProcess5"/>
    <dgm:cxn modelId="{6F08AEBE-C3C6-4199-8F7E-27C903E96B25}" srcId="{A936B940-1245-4750-8C32-642345B51DF7}" destId="{2310668B-7A8D-47B9-B17A-3625A81D26C8}" srcOrd="2" destOrd="0" parTransId="{50E92449-7B7C-443A-AB8E-397F22855BF7}" sibTransId="{BDCD509F-4531-48B0-8EA5-1630A0208D4A}"/>
    <dgm:cxn modelId="{E04F99C9-817D-4B30-9786-B10EB5F5BDB0}" srcId="{A936B940-1245-4750-8C32-642345B51DF7}" destId="{CF121971-C32C-453D-A72D-3B7BBE130BCD}" srcOrd="3" destOrd="0" parTransId="{42548C22-A7B9-4036-B83A-DB4415562CB6}" sibTransId="{2EFAF6E6-F44A-49D6-BE4F-AAC63EE7A188}"/>
    <dgm:cxn modelId="{E981D9D0-2665-41B8-841F-440393A7A849}" type="presOf" srcId="{974B3406-1DA4-4518-9664-2A3C9C9CF021}" destId="{D5A8C5EB-DD91-4224-8F5A-C7B166400621}" srcOrd="0" destOrd="0" presId="urn:microsoft.com/office/officeart/2005/8/layout/vProcess5"/>
    <dgm:cxn modelId="{E34BE5D6-D34D-47FC-9EF8-AE00B6A5B889}" type="presOf" srcId="{2310668B-7A8D-47B9-B17A-3625A81D26C8}" destId="{A3EFD6F4-F288-4959-BF8C-6990BB3477A3}" srcOrd="1" destOrd="0" presId="urn:microsoft.com/office/officeart/2005/8/layout/vProcess5"/>
    <dgm:cxn modelId="{A26427E2-AF52-4ED0-97DB-F0A9F51CB4CB}" type="presOf" srcId="{BDD15139-FB6B-4313-BFB3-F8E94140FECB}" destId="{ACC7CC42-922F-40A7-A239-0EAE595174BF}" srcOrd="0" destOrd="0" presId="urn:microsoft.com/office/officeart/2005/8/layout/vProcess5"/>
    <dgm:cxn modelId="{D409CCE7-09B2-44AE-ABA8-0CCA9C06BAE4}" type="presOf" srcId="{CF121971-C32C-453D-A72D-3B7BBE130BCD}" destId="{72589867-7067-4A40-933A-62397EA27ACA}" srcOrd="1" destOrd="0" presId="urn:microsoft.com/office/officeart/2005/8/layout/vProcess5"/>
    <dgm:cxn modelId="{AF91EFEC-4261-41FC-900B-E345D325E80F}" srcId="{A936B940-1245-4750-8C32-642345B51DF7}" destId="{974B3406-1DA4-4518-9664-2A3C9C9CF021}" srcOrd="0" destOrd="0" parTransId="{BDE2578D-B2FD-48C1-A810-52573B41B3DC}" sibTransId="{5C2F13BF-8592-4E37-A88A-03051D66C8E6}"/>
    <dgm:cxn modelId="{FF499807-655A-4F7D-9BD9-64D09645F0AD}" type="presParOf" srcId="{94C8ECCF-2E2A-4030-9B9F-4CB85B79CEBC}" destId="{3483D1D0-FB13-4D7F-9376-DDF400D5D702}" srcOrd="0" destOrd="0" presId="urn:microsoft.com/office/officeart/2005/8/layout/vProcess5"/>
    <dgm:cxn modelId="{90E2505C-9136-4781-8F8C-F9A2BA4E6E2E}" type="presParOf" srcId="{94C8ECCF-2E2A-4030-9B9F-4CB85B79CEBC}" destId="{D5A8C5EB-DD91-4224-8F5A-C7B166400621}" srcOrd="1" destOrd="0" presId="urn:microsoft.com/office/officeart/2005/8/layout/vProcess5"/>
    <dgm:cxn modelId="{89E338CB-4DB0-4221-9AFB-73F2144769C6}" type="presParOf" srcId="{94C8ECCF-2E2A-4030-9B9F-4CB85B79CEBC}" destId="{ACC7CC42-922F-40A7-A239-0EAE595174BF}" srcOrd="2" destOrd="0" presId="urn:microsoft.com/office/officeart/2005/8/layout/vProcess5"/>
    <dgm:cxn modelId="{928ABF24-B40D-44F9-844B-93758FA6E0B8}" type="presParOf" srcId="{94C8ECCF-2E2A-4030-9B9F-4CB85B79CEBC}" destId="{A7388149-10A8-4C38-8FB6-0399577D9016}" srcOrd="3" destOrd="0" presId="urn:microsoft.com/office/officeart/2005/8/layout/vProcess5"/>
    <dgm:cxn modelId="{AEE1197B-65FD-49FE-9D55-6D3A9DA94629}" type="presParOf" srcId="{94C8ECCF-2E2A-4030-9B9F-4CB85B79CEBC}" destId="{82E98E90-6B58-4284-B761-BE398D6864BE}" srcOrd="4" destOrd="0" presId="urn:microsoft.com/office/officeart/2005/8/layout/vProcess5"/>
    <dgm:cxn modelId="{E4BF9C63-3112-427A-AC16-5F16CE7B29E4}" type="presParOf" srcId="{94C8ECCF-2E2A-4030-9B9F-4CB85B79CEBC}" destId="{364A9E31-B2CC-42AB-98A2-1C48D3B59D8A}" srcOrd="5" destOrd="0" presId="urn:microsoft.com/office/officeart/2005/8/layout/vProcess5"/>
    <dgm:cxn modelId="{3C8F3ABF-3D61-41C5-BBE9-C23A6FCBA5D4}" type="presParOf" srcId="{94C8ECCF-2E2A-4030-9B9F-4CB85B79CEBC}" destId="{40D5D033-F28C-4CE3-BAB2-9FE9DFCED93A}" srcOrd="6" destOrd="0" presId="urn:microsoft.com/office/officeart/2005/8/layout/vProcess5"/>
    <dgm:cxn modelId="{44E877EF-E4C6-48BA-A9F3-C3032919EF3E}" type="presParOf" srcId="{94C8ECCF-2E2A-4030-9B9F-4CB85B79CEBC}" destId="{5E23F7AB-6583-4209-8126-3DF2CF1FC2EB}" srcOrd="7" destOrd="0" presId="urn:microsoft.com/office/officeart/2005/8/layout/vProcess5"/>
    <dgm:cxn modelId="{82F82E00-DA1C-4F4B-9C1E-A449EFC4762E}" type="presParOf" srcId="{94C8ECCF-2E2A-4030-9B9F-4CB85B79CEBC}" destId="{EC12004B-0051-40E8-B6E1-DE038C23E766}" srcOrd="8" destOrd="0" presId="urn:microsoft.com/office/officeart/2005/8/layout/vProcess5"/>
    <dgm:cxn modelId="{DD6B95E1-3D16-4FB3-9739-25E7CD4FBDCF}" type="presParOf" srcId="{94C8ECCF-2E2A-4030-9B9F-4CB85B79CEBC}" destId="{D23634C7-FE38-4881-964F-69D28766CDE7}" srcOrd="9" destOrd="0" presId="urn:microsoft.com/office/officeart/2005/8/layout/vProcess5"/>
    <dgm:cxn modelId="{BA387435-7148-4E51-8158-5DD841CB974C}" type="presParOf" srcId="{94C8ECCF-2E2A-4030-9B9F-4CB85B79CEBC}" destId="{78772B11-CED6-474E-933B-6067103D5F82}" srcOrd="10" destOrd="0" presId="urn:microsoft.com/office/officeart/2005/8/layout/vProcess5"/>
    <dgm:cxn modelId="{FE49BF51-F841-4993-A525-0EDA273C58F0}" type="presParOf" srcId="{94C8ECCF-2E2A-4030-9B9F-4CB85B79CEBC}" destId="{4079CD17-96F5-41FC-A04B-0279CE9553D2}" srcOrd="11" destOrd="0" presId="urn:microsoft.com/office/officeart/2005/8/layout/vProcess5"/>
    <dgm:cxn modelId="{DDE8537C-BBCB-4E56-BC06-3517BC2A5081}" type="presParOf" srcId="{94C8ECCF-2E2A-4030-9B9F-4CB85B79CEBC}" destId="{A3EFD6F4-F288-4959-BF8C-6990BB3477A3}" srcOrd="12" destOrd="0" presId="urn:microsoft.com/office/officeart/2005/8/layout/vProcess5"/>
    <dgm:cxn modelId="{AEFC0C7F-38E7-49A2-9984-6C7A36985AC5}" type="presParOf" srcId="{94C8ECCF-2E2A-4030-9B9F-4CB85B79CEBC}" destId="{72589867-7067-4A40-933A-62397EA27ACA}" srcOrd="13" destOrd="0" presId="urn:microsoft.com/office/officeart/2005/8/layout/vProcess5"/>
    <dgm:cxn modelId="{A618642C-8D63-4601-9D04-3D77189FE7C1}" type="presParOf" srcId="{94C8ECCF-2E2A-4030-9B9F-4CB85B79CEBC}" destId="{ED443E2F-DFC5-4541-8612-901217781B4F}"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9A5BBB1-2A87-4762-941A-C0943C0FF35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7972B79-C6A2-4CD9-9451-5E4D72475A75}">
      <dgm:prSet/>
      <dgm:spPr/>
      <dgm:t>
        <a:bodyPr/>
        <a:lstStyle/>
        <a:p>
          <a:pPr>
            <a:lnSpc>
              <a:spcPct val="100000"/>
            </a:lnSpc>
          </a:pPr>
          <a:r>
            <a:rPr lang="fr-FR" dirty="0"/>
            <a:t>Authentification sécurisée (Inscription / Connexion) </a:t>
          </a:r>
          <a:endParaRPr lang="en-US" dirty="0"/>
        </a:p>
      </dgm:t>
    </dgm:pt>
    <dgm:pt modelId="{5DDC1A9A-77EC-44F5-8EAD-A8DFC1A370EB}" type="parTrans" cxnId="{8C5BE9C9-8416-462B-AB3D-7A95E6CD4E6D}">
      <dgm:prSet/>
      <dgm:spPr/>
      <dgm:t>
        <a:bodyPr/>
        <a:lstStyle/>
        <a:p>
          <a:endParaRPr lang="en-US"/>
        </a:p>
      </dgm:t>
    </dgm:pt>
    <dgm:pt modelId="{0083F161-16E0-4B1F-AB2D-803243AB30FE}" type="sibTrans" cxnId="{8C5BE9C9-8416-462B-AB3D-7A95E6CD4E6D}">
      <dgm:prSet/>
      <dgm:spPr/>
      <dgm:t>
        <a:bodyPr/>
        <a:lstStyle/>
        <a:p>
          <a:endParaRPr lang="en-US"/>
        </a:p>
      </dgm:t>
    </dgm:pt>
    <dgm:pt modelId="{5E76B19B-A7B8-46E4-961E-92D1304558B4}">
      <dgm:prSet/>
      <dgm:spPr/>
      <dgm:t>
        <a:bodyPr/>
        <a:lstStyle/>
        <a:p>
          <a:pPr>
            <a:lnSpc>
              <a:spcPct val="100000"/>
            </a:lnSpc>
          </a:pPr>
          <a:r>
            <a:rPr lang="fr-MA" dirty="0"/>
            <a:t>Quiz interactifs (QCM)</a:t>
          </a:r>
          <a:endParaRPr lang="en-US" dirty="0"/>
        </a:p>
      </dgm:t>
    </dgm:pt>
    <dgm:pt modelId="{946BEFFF-FEA2-4622-89DF-02545EA6941E}" type="parTrans" cxnId="{E94B6167-62E2-4A9A-AC9A-DA77582CCCD8}">
      <dgm:prSet/>
      <dgm:spPr/>
      <dgm:t>
        <a:bodyPr/>
        <a:lstStyle/>
        <a:p>
          <a:endParaRPr lang="en-US"/>
        </a:p>
      </dgm:t>
    </dgm:pt>
    <dgm:pt modelId="{2326C7AC-C27D-4251-B0A5-DFE723235112}" type="sibTrans" cxnId="{E94B6167-62E2-4A9A-AC9A-DA77582CCCD8}">
      <dgm:prSet/>
      <dgm:spPr/>
      <dgm:t>
        <a:bodyPr/>
        <a:lstStyle/>
        <a:p>
          <a:endParaRPr lang="en-US"/>
        </a:p>
      </dgm:t>
    </dgm:pt>
    <dgm:pt modelId="{4C8371A8-B16B-45E4-940E-2143F96A0DFF}">
      <dgm:prSet/>
      <dgm:spPr/>
      <dgm:t>
        <a:bodyPr/>
        <a:lstStyle/>
        <a:p>
          <a:pPr>
            <a:lnSpc>
              <a:spcPct val="100000"/>
            </a:lnSpc>
          </a:pPr>
          <a:r>
            <a:rPr lang="fr-FR" dirty="0"/>
            <a:t>Affichage des résultats et scores</a:t>
          </a:r>
          <a:endParaRPr lang="en-US" dirty="0"/>
        </a:p>
      </dgm:t>
    </dgm:pt>
    <dgm:pt modelId="{A2A2DAD0-A228-4641-A3BC-E3F15414EADF}" type="parTrans" cxnId="{D4BC3F73-0C36-4783-A4AF-BA0410097051}">
      <dgm:prSet/>
      <dgm:spPr/>
      <dgm:t>
        <a:bodyPr/>
        <a:lstStyle/>
        <a:p>
          <a:endParaRPr lang="en-US"/>
        </a:p>
      </dgm:t>
    </dgm:pt>
    <dgm:pt modelId="{9E3A8CC9-2BB4-4F29-B7F3-52F27B4CD561}" type="sibTrans" cxnId="{D4BC3F73-0C36-4783-A4AF-BA0410097051}">
      <dgm:prSet/>
      <dgm:spPr/>
      <dgm:t>
        <a:bodyPr/>
        <a:lstStyle/>
        <a:p>
          <a:endParaRPr lang="en-US"/>
        </a:p>
      </dgm:t>
    </dgm:pt>
    <dgm:pt modelId="{A8060BB8-FFD2-409E-9E0B-1C92B5DA9004}">
      <dgm:prSet/>
      <dgm:spPr/>
      <dgm:t>
        <a:bodyPr/>
        <a:lstStyle/>
        <a:p>
          <a:pPr>
            <a:lnSpc>
              <a:spcPct val="100000"/>
            </a:lnSpc>
          </a:pPr>
          <a:r>
            <a:rPr lang="fr-MA" dirty="0"/>
            <a:t>Système de classement (</a:t>
          </a:r>
          <a:r>
            <a:rPr lang="fr-MA" dirty="0" err="1"/>
            <a:t>Leaderboard</a:t>
          </a:r>
          <a:r>
            <a:rPr lang="fr-MA" dirty="0"/>
            <a:t>)</a:t>
          </a:r>
          <a:endParaRPr lang="en-US" dirty="0"/>
        </a:p>
      </dgm:t>
    </dgm:pt>
    <dgm:pt modelId="{9CE08A25-3FCC-4BF3-88CB-829984EFC1EE}" type="parTrans" cxnId="{78069407-E2E8-420D-8E51-1F78C7F5C078}">
      <dgm:prSet/>
      <dgm:spPr/>
      <dgm:t>
        <a:bodyPr/>
        <a:lstStyle/>
        <a:p>
          <a:endParaRPr lang="en-US"/>
        </a:p>
      </dgm:t>
    </dgm:pt>
    <dgm:pt modelId="{6E16B127-1AE2-46EE-8077-AD3C67605241}" type="sibTrans" cxnId="{78069407-E2E8-420D-8E51-1F78C7F5C078}">
      <dgm:prSet/>
      <dgm:spPr/>
      <dgm:t>
        <a:bodyPr/>
        <a:lstStyle/>
        <a:p>
          <a:endParaRPr lang="en-US"/>
        </a:p>
      </dgm:t>
    </dgm:pt>
    <dgm:pt modelId="{E45C00E2-C3D8-4FCE-AA0F-44EB06C39359}">
      <dgm:prSet/>
      <dgm:spPr/>
      <dgm:t>
        <a:bodyPr/>
        <a:lstStyle/>
        <a:p>
          <a:pPr>
            <a:lnSpc>
              <a:spcPct val="100000"/>
            </a:lnSpc>
          </a:pPr>
          <a:r>
            <a:rPr lang="fr-FR" dirty="0" err="1"/>
            <a:t>Chatbot</a:t>
          </a:r>
          <a:r>
            <a:rPr lang="fr-FR" dirty="0"/>
            <a:t> IA (Google Gemini) pour assistance pédagogique</a:t>
          </a:r>
          <a:endParaRPr lang="en-US" dirty="0"/>
        </a:p>
      </dgm:t>
    </dgm:pt>
    <dgm:pt modelId="{75DAAB4D-744D-4EF1-969A-BBCB0C364815}" type="parTrans" cxnId="{A0DBCAE9-7ADE-4F59-8F9C-30CDE2C7FB70}">
      <dgm:prSet/>
      <dgm:spPr/>
      <dgm:t>
        <a:bodyPr/>
        <a:lstStyle/>
        <a:p>
          <a:endParaRPr lang="en-US"/>
        </a:p>
      </dgm:t>
    </dgm:pt>
    <dgm:pt modelId="{4B03D88C-DFD4-4BBC-A258-62A541C0FC87}" type="sibTrans" cxnId="{A0DBCAE9-7ADE-4F59-8F9C-30CDE2C7FB70}">
      <dgm:prSet/>
      <dgm:spPr/>
      <dgm:t>
        <a:bodyPr/>
        <a:lstStyle/>
        <a:p>
          <a:endParaRPr lang="en-US"/>
        </a:p>
      </dgm:t>
    </dgm:pt>
    <dgm:pt modelId="{9CC3D31F-2805-406C-BE08-8A8C135F5659}">
      <dgm:prSet/>
      <dgm:spPr/>
      <dgm:t>
        <a:bodyPr/>
        <a:lstStyle/>
        <a:p>
          <a:pPr>
            <a:lnSpc>
              <a:spcPct val="100000"/>
            </a:lnSpc>
          </a:pPr>
          <a:r>
            <a:rPr lang="fr-FR" dirty="0"/>
            <a:t>Espace administrateur (gestion des questions et utilisateurs)</a:t>
          </a:r>
          <a:endParaRPr lang="en-US" dirty="0"/>
        </a:p>
      </dgm:t>
    </dgm:pt>
    <dgm:pt modelId="{F6A49061-ED9C-4251-B9A2-9B2D5F847082}" type="parTrans" cxnId="{4F3B43AC-E14D-4134-A4C8-07BF3D723F33}">
      <dgm:prSet/>
      <dgm:spPr/>
      <dgm:t>
        <a:bodyPr/>
        <a:lstStyle/>
        <a:p>
          <a:endParaRPr lang="en-US"/>
        </a:p>
      </dgm:t>
    </dgm:pt>
    <dgm:pt modelId="{73953C1D-F3B9-4E00-883D-755E236AB7EE}" type="sibTrans" cxnId="{4F3B43AC-E14D-4134-A4C8-07BF3D723F33}">
      <dgm:prSet/>
      <dgm:spPr/>
      <dgm:t>
        <a:bodyPr/>
        <a:lstStyle/>
        <a:p>
          <a:endParaRPr lang="en-US"/>
        </a:p>
      </dgm:t>
    </dgm:pt>
    <dgm:pt modelId="{B4EF565C-6590-455D-B40F-19529BD2DC35}" type="pres">
      <dgm:prSet presAssocID="{89A5BBB1-2A87-4762-941A-C0943C0FF358}" presName="root" presStyleCnt="0">
        <dgm:presLayoutVars>
          <dgm:dir/>
          <dgm:resizeHandles val="exact"/>
        </dgm:presLayoutVars>
      </dgm:prSet>
      <dgm:spPr/>
    </dgm:pt>
    <dgm:pt modelId="{F49A4F7F-633C-4E40-9FBB-6A9EE06C66EA}" type="pres">
      <dgm:prSet presAssocID="{27972B79-C6A2-4CD9-9451-5E4D72475A75}" presName="compNode" presStyleCnt="0"/>
      <dgm:spPr/>
    </dgm:pt>
    <dgm:pt modelId="{A6EB26AB-E9AD-47A4-99A4-E97758EFA55C}" type="pres">
      <dgm:prSet presAssocID="{27972B79-C6A2-4CD9-9451-5E4D72475A75}" presName="bgRect" presStyleLbl="bgShp" presStyleIdx="0" presStyleCnt="6"/>
      <dgm:spPr/>
    </dgm:pt>
    <dgm:pt modelId="{1CE24E74-ECC5-4F30-8B27-376475DBE577}" type="pres">
      <dgm:prSet presAssocID="{27972B79-C6A2-4CD9-9451-5E4D72475A75}"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iagramme de flux"/>
        </a:ext>
      </dgm:extLst>
    </dgm:pt>
    <dgm:pt modelId="{8B1050C1-421A-4A25-AF76-18C18AC7DF35}" type="pres">
      <dgm:prSet presAssocID="{27972B79-C6A2-4CD9-9451-5E4D72475A75}" presName="spaceRect" presStyleCnt="0"/>
      <dgm:spPr/>
    </dgm:pt>
    <dgm:pt modelId="{5F9F2167-C2A5-4A56-854C-50D6F822259A}" type="pres">
      <dgm:prSet presAssocID="{27972B79-C6A2-4CD9-9451-5E4D72475A75}" presName="parTx" presStyleLbl="revTx" presStyleIdx="0" presStyleCnt="6">
        <dgm:presLayoutVars>
          <dgm:chMax val="0"/>
          <dgm:chPref val="0"/>
        </dgm:presLayoutVars>
      </dgm:prSet>
      <dgm:spPr/>
    </dgm:pt>
    <dgm:pt modelId="{F455B6D0-CF7C-4735-8B10-6CE90808CC2E}" type="pres">
      <dgm:prSet presAssocID="{0083F161-16E0-4B1F-AB2D-803243AB30FE}" presName="sibTrans" presStyleCnt="0"/>
      <dgm:spPr/>
    </dgm:pt>
    <dgm:pt modelId="{8FCA05E5-2B66-41FB-9F3C-9D395A9AC05C}" type="pres">
      <dgm:prSet presAssocID="{5E76B19B-A7B8-46E4-961E-92D1304558B4}" presName="compNode" presStyleCnt="0"/>
      <dgm:spPr/>
    </dgm:pt>
    <dgm:pt modelId="{627C2246-5273-4FA1-9392-3325C0B96F78}" type="pres">
      <dgm:prSet presAssocID="{5E76B19B-A7B8-46E4-961E-92D1304558B4}" presName="bgRect" presStyleLbl="bgShp" presStyleIdx="1" presStyleCnt="6"/>
      <dgm:spPr/>
    </dgm:pt>
    <dgm:pt modelId="{B80E269E-9BF6-4B23-868F-28BBAE856E4E}" type="pres">
      <dgm:prSet presAssocID="{5E76B19B-A7B8-46E4-961E-92D1304558B4}"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iste de contrôle"/>
        </a:ext>
      </dgm:extLst>
    </dgm:pt>
    <dgm:pt modelId="{D4188FAB-8687-4E4A-A187-2AF0B1ED7841}" type="pres">
      <dgm:prSet presAssocID="{5E76B19B-A7B8-46E4-961E-92D1304558B4}" presName="spaceRect" presStyleCnt="0"/>
      <dgm:spPr/>
    </dgm:pt>
    <dgm:pt modelId="{C56F6DD3-2790-4B41-A127-2D5E14B235A8}" type="pres">
      <dgm:prSet presAssocID="{5E76B19B-A7B8-46E4-961E-92D1304558B4}" presName="parTx" presStyleLbl="revTx" presStyleIdx="1" presStyleCnt="6">
        <dgm:presLayoutVars>
          <dgm:chMax val="0"/>
          <dgm:chPref val="0"/>
        </dgm:presLayoutVars>
      </dgm:prSet>
      <dgm:spPr/>
    </dgm:pt>
    <dgm:pt modelId="{E64BCC2C-F9E7-4505-885C-2D000E7A864D}" type="pres">
      <dgm:prSet presAssocID="{2326C7AC-C27D-4251-B0A5-DFE723235112}" presName="sibTrans" presStyleCnt="0"/>
      <dgm:spPr/>
    </dgm:pt>
    <dgm:pt modelId="{19D00483-D89C-45C6-BB25-2D070C571F97}" type="pres">
      <dgm:prSet presAssocID="{4C8371A8-B16B-45E4-940E-2143F96A0DFF}" presName="compNode" presStyleCnt="0"/>
      <dgm:spPr/>
    </dgm:pt>
    <dgm:pt modelId="{342EE9DB-BE91-4E97-B2E4-6D716C464F14}" type="pres">
      <dgm:prSet presAssocID="{4C8371A8-B16B-45E4-940E-2143F96A0DFF}" presName="bgRect" presStyleLbl="bgShp" presStyleIdx="2" presStyleCnt="6"/>
      <dgm:spPr/>
    </dgm:pt>
    <dgm:pt modelId="{0647F416-F6C6-4E3D-9478-3D50DA3B00CD}" type="pres">
      <dgm:prSet presAssocID="{4C8371A8-B16B-45E4-940E-2143F96A0DFF}"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ode-barres"/>
        </a:ext>
      </dgm:extLst>
    </dgm:pt>
    <dgm:pt modelId="{8C17D056-81B9-46EB-B758-D8034CDD78E8}" type="pres">
      <dgm:prSet presAssocID="{4C8371A8-B16B-45E4-940E-2143F96A0DFF}" presName="spaceRect" presStyleCnt="0"/>
      <dgm:spPr/>
    </dgm:pt>
    <dgm:pt modelId="{451E8D32-0F1A-4030-8102-01A8DF4F4723}" type="pres">
      <dgm:prSet presAssocID="{4C8371A8-B16B-45E4-940E-2143F96A0DFF}" presName="parTx" presStyleLbl="revTx" presStyleIdx="2" presStyleCnt="6">
        <dgm:presLayoutVars>
          <dgm:chMax val="0"/>
          <dgm:chPref val="0"/>
        </dgm:presLayoutVars>
      </dgm:prSet>
      <dgm:spPr/>
    </dgm:pt>
    <dgm:pt modelId="{B9447FC0-8897-4C55-922D-C4432AD221E9}" type="pres">
      <dgm:prSet presAssocID="{9E3A8CC9-2BB4-4F29-B7F3-52F27B4CD561}" presName="sibTrans" presStyleCnt="0"/>
      <dgm:spPr/>
    </dgm:pt>
    <dgm:pt modelId="{5A911AC8-B8CF-45A4-AB5E-8DF0DB689056}" type="pres">
      <dgm:prSet presAssocID="{A8060BB8-FFD2-409E-9E0B-1C92B5DA9004}" presName="compNode" presStyleCnt="0"/>
      <dgm:spPr/>
    </dgm:pt>
    <dgm:pt modelId="{3A993591-33B4-41AD-9347-B8DF6A064EA1}" type="pres">
      <dgm:prSet presAssocID="{A8060BB8-FFD2-409E-9E0B-1C92B5DA9004}" presName="bgRect" presStyleLbl="bgShp" presStyleIdx="3" presStyleCnt="6"/>
      <dgm:spPr/>
    </dgm:pt>
    <dgm:pt modelId="{B9C7E4AF-32AB-4336-914B-A1FC972E2C6A}" type="pres">
      <dgm:prSet presAssocID="{A8060BB8-FFD2-409E-9E0B-1C92B5DA9004}"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aisse enregistreuse"/>
        </a:ext>
      </dgm:extLst>
    </dgm:pt>
    <dgm:pt modelId="{2AD9F6D7-A3E7-491E-9E71-A53093697D89}" type="pres">
      <dgm:prSet presAssocID="{A8060BB8-FFD2-409E-9E0B-1C92B5DA9004}" presName="spaceRect" presStyleCnt="0"/>
      <dgm:spPr/>
    </dgm:pt>
    <dgm:pt modelId="{89A71F2B-4546-4A12-8CDF-CD047B6259FF}" type="pres">
      <dgm:prSet presAssocID="{A8060BB8-FFD2-409E-9E0B-1C92B5DA9004}" presName="parTx" presStyleLbl="revTx" presStyleIdx="3" presStyleCnt="6">
        <dgm:presLayoutVars>
          <dgm:chMax val="0"/>
          <dgm:chPref val="0"/>
        </dgm:presLayoutVars>
      </dgm:prSet>
      <dgm:spPr/>
    </dgm:pt>
    <dgm:pt modelId="{70774963-B2DE-474D-833C-9D6D70C8FADC}" type="pres">
      <dgm:prSet presAssocID="{6E16B127-1AE2-46EE-8077-AD3C67605241}" presName="sibTrans" presStyleCnt="0"/>
      <dgm:spPr/>
    </dgm:pt>
    <dgm:pt modelId="{C8E16D74-EF5A-4E59-B1C1-85BB7CFAA7A1}" type="pres">
      <dgm:prSet presAssocID="{E45C00E2-C3D8-4FCE-AA0F-44EB06C39359}" presName="compNode" presStyleCnt="0"/>
      <dgm:spPr/>
    </dgm:pt>
    <dgm:pt modelId="{0283B4F7-D035-4119-9D11-F6EA3D8156F8}" type="pres">
      <dgm:prSet presAssocID="{E45C00E2-C3D8-4FCE-AA0F-44EB06C39359}" presName="bgRect" presStyleLbl="bgShp" presStyleIdx="4" presStyleCnt="6"/>
      <dgm:spPr/>
    </dgm:pt>
    <dgm:pt modelId="{033554AF-3A9D-42C7-A9E1-0B0076FFD0A1}" type="pres">
      <dgm:prSet presAssocID="{E45C00E2-C3D8-4FCE-AA0F-44EB06C39359}"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Utilisateurs"/>
        </a:ext>
      </dgm:extLst>
    </dgm:pt>
    <dgm:pt modelId="{1C04FED4-3951-4B69-A64E-5232B212D863}" type="pres">
      <dgm:prSet presAssocID="{E45C00E2-C3D8-4FCE-AA0F-44EB06C39359}" presName="spaceRect" presStyleCnt="0"/>
      <dgm:spPr/>
    </dgm:pt>
    <dgm:pt modelId="{8EB15CB5-3B45-421B-8A8F-9B31677FB4F8}" type="pres">
      <dgm:prSet presAssocID="{E45C00E2-C3D8-4FCE-AA0F-44EB06C39359}" presName="parTx" presStyleLbl="revTx" presStyleIdx="4" presStyleCnt="6">
        <dgm:presLayoutVars>
          <dgm:chMax val="0"/>
          <dgm:chPref val="0"/>
        </dgm:presLayoutVars>
      </dgm:prSet>
      <dgm:spPr/>
    </dgm:pt>
    <dgm:pt modelId="{ED6C2BCC-85A7-42D3-BAD6-48F915DB01DC}" type="pres">
      <dgm:prSet presAssocID="{4B03D88C-DFD4-4BBC-A258-62A541C0FC87}" presName="sibTrans" presStyleCnt="0"/>
      <dgm:spPr/>
    </dgm:pt>
    <dgm:pt modelId="{7FCF9559-FBE4-4002-9413-465C1ACE4CF6}" type="pres">
      <dgm:prSet presAssocID="{9CC3D31F-2805-406C-BE08-8A8C135F5659}" presName="compNode" presStyleCnt="0"/>
      <dgm:spPr/>
    </dgm:pt>
    <dgm:pt modelId="{69CFD846-BE6A-43B6-9F38-2AAF899A2982}" type="pres">
      <dgm:prSet presAssocID="{9CC3D31F-2805-406C-BE08-8A8C135F5659}" presName="bgRect" presStyleLbl="bgShp" presStyleIdx="5" presStyleCnt="6"/>
      <dgm:spPr/>
    </dgm:pt>
    <dgm:pt modelId="{FA7E1269-5E9F-4146-A58A-55F9657261B6}" type="pres">
      <dgm:prSet presAssocID="{9CC3D31F-2805-406C-BE08-8A8C135F5659}"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se de données"/>
        </a:ext>
      </dgm:extLst>
    </dgm:pt>
    <dgm:pt modelId="{EAF1DF15-5CB1-4DD9-BEC4-BDC27F02594C}" type="pres">
      <dgm:prSet presAssocID="{9CC3D31F-2805-406C-BE08-8A8C135F5659}" presName="spaceRect" presStyleCnt="0"/>
      <dgm:spPr/>
    </dgm:pt>
    <dgm:pt modelId="{2181E69D-7B26-44DF-9026-FF04CB73096E}" type="pres">
      <dgm:prSet presAssocID="{9CC3D31F-2805-406C-BE08-8A8C135F5659}" presName="parTx" presStyleLbl="revTx" presStyleIdx="5" presStyleCnt="6">
        <dgm:presLayoutVars>
          <dgm:chMax val="0"/>
          <dgm:chPref val="0"/>
        </dgm:presLayoutVars>
      </dgm:prSet>
      <dgm:spPr/>
    </dgm:pt>
  </dgm:ptLst>
  <dgm:cxnLst>
    <dgm:cxn modelId="{78069407-E2E8-420D-8E51-1F78C7F5C078}" srcId="{89A5BBB1-2A87-4762-941A-C0943C0FF358}" destId="{A8060BB8-FFD2-409E-9E0B-1C92B5DA9004}" srcOrd="3" destOrd="0" parTransId="{9CE08A25-3FCC-4BF3-88CB-829984EFC1EE}" sibTransId="{6E16B127-1AE2-46EE-8077-AD3C67605241}"/>
    <dgm:cxn modelId="{CF902A25-A09C-4823-99A4-6C56FD63DEAD}" type="presOf" srcId="{5E76B19B-A7B8-46E4-961E-92D1304558B4}" destId="{C56F6DD3-2790-4B41-A127-2D5E14B235A8}" srcOrd="0" destOrd="0" presId="urn:microsoft.com/office/officeart/2018/2/layout/IconVerticalSolidList"/>
    <dgm:cxn modelId="{E94B6167-62E2-4A9A-AC9A-DA77582CCCD8}" srcId="{89A5BBB1-2A87-4762-941A-C0943C0FF358}" destId="{5E76B19B-A7B8-46E4-961E-92D1304558B4}" srcOrd="1" destOrd="0" parTransId="{946BEFFF-FEA2-4622-89DF-02545EA6941E}" sibTransId="{2326C7AC-C27D-4251-B0A5-DFE723235112}"/>
    <dgm:cxn modelId="{A86FB54F-69CB-4EE6-A72A-3434F72544B9}" type="presOf" srcId="{A8060BB8-FFD2-409E-9E0B-1C92B5DA9004}" destId="{89A71F2B-4546-4A12-8CDF-CD047B6259FF}" srcOrd="0" destOrd="0" presId="urn:microsoft.com/office/officeart/2018/2/layout/IconVerticalSolidList"/>
    <dgm:cxn modelId="{D4BC3F73-0C36-4783-A4AF-BA0410097051}" srcId="{89A5BBB1-2A87-4762-941A-C0943C0FF358}" destId="{4C8371A8-B16B-45E4-940E-2143F96A0DFF}" srcOrd="2" destOrd="0" parTransId="{A2A2DAD0-A228-4641-A3BC-E3F15414EADF}" sibTransId="{9E3A8CC9-2BB4-4F29-B7F3-52F27B4CD561}"/>
    <dgm:cxn modelId="{5B38F458-57DC-431C-8B23-086BA328239E}" type="presOf" srcId="{9CC3D31F-2805-406C-BE08-8A8C135F5659}" destId="{2181E69D-7B26-44DF-9026-FF04CB73096E}" srcOrd="0" destOrd="0" presId="urn:microsoft.com/office/officeart/2018/2/layout/IconVerticalSolidList"/>
    <dgm:cxn modelId="{630FCB7A-B0EF-4E9D-8D87-DB3BABA7127F}" type="presOf" srcId="{4C8371A8-B16B-45E4-940E-2143F96A0DFF}" destId="{451E8D32-0F1A-4030-8102-01A8DF4F4723}" srcOrd="0" destOrd="0" presId="urn:microsoft.com/office/officeart/2018/2/layout/IconVerticalSolidList"/>
    <dgm:cxn modelId="{47706F7C-10D8-4212-B2E5-27CE34C84F80}" type="presOf" srcId="{27972B79-C6A2-4CD9-9451-5E4D72475A75}" destId="{5F9F2167-C2A5-4A56-854C-50D6F822259A}" srcOrd="0" destOrd="0" presId="urn:microsoft.com/office/officeart/2018/2/layout/IconVerticalSolidList"/>
    <dgm:cxn modelId="{2F4A509D-B71E-4B3F-890A-8C03BE97AC78}" type="presOf" srcId="{E45C00E2-C3D8-4FCE-AA0F-44EB06C39359}" destId="{8EB15CB5-3B45-421B-8A8F-9B31677FB4F8}" srcOrd="0" destOrd="0" presId="urn:microsoft.com/office/officeart/2018/2/layout/IconVerticalSolidList"/>
    <dgm:cxn modelId="{4F3B43AC-E14D-4134-A4C8-07BF3D723F33}" srcId="{89A5BBB1-2A87-4762-941A-C0943C0FF358}" destId="{9CC3D31F-2805-406C-BE08-8A8C135F5659}" srcOrd="5" destOrd="0" parTransId="{F6A49061-ED9C-4251-B9A2-9B2D5F847082}" sibTransId="{73953C1D-F3B9-4E00-883D-755E236AB7EE}"/>
    <dgm:cxn modelId="{8C5BE9C9-8416-462B-AB3D-7A95E6CD4E6D}" srcId="{89A5BBB1-2A87-4762-941A-C0943C0FF358}" destId="{27972B79-C6A2-4CD9-9451-5E4D72475A75}" srcOrd="0" destOrd="0" parTransId="{5DDC1A9A-77EC-44F5-8EAD-A8DFC1A370EB}" sibTransId="{0083F161-16E0-4B1F-AB2D-803243AB30FE}"/>
    <dgm:cxn modelId="{54D9A9E0-BCFE-441F-BB3F-21503ED9FA36}" type="presOf" srcId="{89A5BBB1-2A87-4762-941A-C0943C0FF358}" destId="{B4EF565C-6590-455D-B40F-19529BD2DC35}" srcOrd="0" destOrd="0" presId="urn:microsoft.com/office/officeart/2018/2/layout/IconVerticalSolidList"/>
    <dgm:cxn modelId="{A0DBCAE9-7ADE-4F59-8F9C-30CDE2C7FB70}" srcId="{89A5BBB1-2A87-4762-941A-C0943C0FF358}" destId="{E45C00E2-C3D8-4FCE-AA0F-44EB06C39359}" srcOrd="4" destOrd="0" parTransId="{75DAAB4D-744D-4EF1-969A-BBCB0C364815}" sibTransId="{4B03D88C-DFD4-4BBC-A258-62A541C0FC87}"/>
    <dgm:cxn modelId="{02C32E7C-F3AA-40B9-8BC8-0F1A2B25643D}" type="presParOf" srcId="{B4EF565C-6590-455D-B40F-19529BD2DC35}" destId="{F49A4F7F-633C-4E40-9FBB-6A9EE06C66EA}" srcOrd="0" destOrd="0" presId="urn:microsoft.com/office/officeart/2018/2/layout/IconVerticalSolidList"/>
    <dgm:cxn modelId="{5D97D7E0-CCEA-4819-8507-2D9FB1F6D25A}" type="presParOf" srcId="{F49A4F7F-633C-4E40-9FBB-6A9EE06C66EA}" destId="{A6EB26AB-E9AD-47A4-99A4-E97758EFA55C}" srcOrd="0" destOrd="0" presId="urn:microsoft.com/office/officeart/2018/2/layout/IconVerticalSolidList"/>
    <dgm:cxn modelId="{C9D24288-F417-40F9-8831-9D4C950955FE}" type="presParOf" srcId="{F49A4F7F-633C-4E40-9FBB-6A9EE06C66EA}" destId="{1CE24E74-ECC5-4F30-8B27-376475DBE577}" srcOrd="1" destOrd="0" presId="urn:microsoft.com/office/officeart/2018/2/layout/IconVerticalSolidList"/>
    <dgm:cxn modelId="{2D676E92-DDEA-4969-872B-00D82484476D}" type="presParOf" srcId="{F49A4F7F-633C-4E40-9FBB-6A9EE06C66EA}" destId="{8B1050C1-421A-4A25-AF76-18C18AC7DF35}" srcOrd="2" destOrd="0" presId="urn:microsoft.com/office/officeart/2018/2/layout/IconVerticalSolidList"/>
    <dgm:cxn modelId="{789E825D-9A2B-402C-A673-CC5BDCC7533C}" type="presParOf" srcId="{F49A4F7F-633C-4E40-9FBB-6A9EE06C66EA}" destId="{5F9F2167-C2A5-4A56-854C-50D6F822259A}" srcOrd="3" destOrd="0" presId="urn:microsoft.com/office/officeart/2018/2/layout/IconVerticalSolidList"/>
    <dgm:cxn modelId="{FEDD6231-5FCE-4819-A317-1621EBB93FFD}" type="presParOf" srcId="{B4EF565C-6590-455D-B40F-19529BD2DC35}" destId="{F455B6D0-CF7C-4735-8B10-6CE90808CC2E}" srcOrd="1" destOrd="0" presId="urn:microsoft.com/office/officeart/2018/2/layout/IconVerticalSolidList"/>
    <dgm:cxn modelId="{978B31FF-0852-4EBA-978F-4E4B68481D76}" type="presParOf" srcId="{B4EF565C-6590-455D-B40F-19529BD2DC35}" destId="{8FCA05E5-2B66-41FB-9F3C-9D395A9AC05C}" srcOrd="2" destOrd="0" presId="urn:microsoft.com/office/officeart/2018/2/layout/IconVerticalSolidList"/>
    <dgm:cxn modelId="{FE68A905-2790-4532-B4A6-5E7A7904DD51}" type="presParOf" srcId="{8FCA05E5-2B66-41FB-9F3C-9D395A9AC05C}" destId="{627C2246-5273-4FA1-9392-3325C0B96F78}" srcOrd="0" destOrd="0" presId="urn:microsoft.com/office/officeart/2018/2/layout/IconVerticalSolidList"/>
    <dgm:cxn modelId="{90EA5C7F-5E64-4025-8747-0A2FA4E3EFA9}" type="presParOf" srcId="{8FCA05E5-2B66-41FB-9F3C-9D395A9AC05C}" destId="{B80E269E-9BF6-4B23-868F-28BBAE856E4E}" srcOrd="1" destOrd="0" presId="urn:microsoft.com/office/officeart/2018/2/layout/IconVerticalSolidList"/>
    <dgm:cxn modelId="{CF52FBB9-8E88-43CE-AAB3-8B48988E9C1A}" type="presParOf" srcId="{8FCA05E5-2B66-41FB-9F3C-9D395A9AC05C}" destId="{D4188FAB-8687-4E4A-A187-2AF0B1ED7841}" srcOrd="2" destOrd="0" presId="urn:microsoft.com/office/officeart/2018/2/layout/IconVerticalSolidList"/>
    <dgm:cxn modelId="{01FA03FB-575D-42D5-8AA3-CB5DCB4191A3}" type="presParOf" srcId="{8FCA05E5-2B66-41FB-9F3C-9D395A9AC05C}" destId="{C56F6DD3-2790-4B41-A127-2D5E14B235A8}" srcOrd="3" destOrd="0" presId="urn:microsoft.com/office/officeart/2018/2/layout/IconVerticalSolidList"/>
    <dgm:cxn modelId="{808E232A-4BFD-480F-867F-F3C38DC930A1}" type="presParOf" srcId="{B4EF565C-6590-455D-B40F-19529BD2DC35}" destId="{E64BCC2C-F9E7-4505-885C-2D000E7A864D}" srcOrd="3" destOrd="0" presId="urn:microsoft.com/office/officeart/2018/2/layout/IconVerticalSolidList"/>
    <dgm:cxn modelId="{D2DCACBB-2588-4444-9E4E-540191E6E7BA}" type="presParOf" srcId="{B4EF565C-6590-455D-B40F-19529BD2DC35}" destId="{19D00483-D89C-45C6-BB25-2D070C571F97}" srcOrd="4" destOrd="0" presId="urn:microsoft.com/office/officeart/2018/2/layout/IconVerticalSolidList"/>
    <dgm:cxn modelId="{7B39C1C1-D175-48A9-A0F6-AC4F9690AD0F}" type="presParOf" srcId="{19D00483-D89C-45C6-BB25-2D070C571F97}" destId="{342EE9DB-BE91-4E97-B2E4-6D716C464F14}" srcOrd="0" destOrd="0" presId="urn:microsoft.com/office/officeart/2018/2/layout/IconVerticalSolidList"/>
    <dgm:cxn modelId="{D350D982-1CFC-49B2-A326-2ABABAB24A83}" type="presParOf" srcId="{19D00483-D89C-45C6-BB25-2D070C571F97}" destId="{0647F416-F6C6-4E3D-9478-3D50DA3B00CD}" srcOrd="1" destOrd="0" presId="urn:microsoft.com/office/officeart/2018/2/layout/IconVerticalSolidList"/>
    <dgm:cxn modelId="{E49173FD-1943-4CE7-97DA-EC3F7101F8B2}" type="presParOf" srcId="{19D00483-D89C-45C6-BB25-2D070C571F97}" destId="{8C17D056-81B9-46EB-B758-D8034CDD78E8}" srcOrd="2" destOrd="0" presId="urn:microsoft.com/office/officeart/2018/2/layout/IconVerticalSolidList"/>
    <dgm:cxn modelId="{E1EBE1D5-2B2E-4ADA-996E-0623D1BD3F73}" type="presParOf" srcId="{19D00483-D89C-45C6-BB25-2D070C571F97}" destId="{451E8D32-0F1A-4030-8102-01A8DF4F4723}" srcOrd="3" destOrd="0" presId="urn:microsoft.com/office/officeart/2018/2/layout/IconVerticalSolidList"/>
    <dgm:cxn modelId="{9E8D59FD-6763-420A-8EB2-034CEC494893}" type="presParOf" srcId="{B4EF565C-6590-455D-B40F-19529BD2DC35}" destId="{B9447FC0-8897-4C55-922D-C4432AD221E9}" srcOrd="5" destOrd="0" presId="urn:microsoft.com/office/officeart/2018/2/layout/IconVerticalSolidList"/>
    <dgm:cxn modelId="{00ECAC70-9D9D-4204-8BF6-01B18E0AC575}" type="presParOf" srcId="{B4EF565C-6590-455D-B40F-19529BD2DC35}" destId="{5A911AC8-B8CF-45A4-AB5E-8DF0DB689056}" srcOrd="6" destOrd="0" presId="urn:microsoft.com/office/officeart/2018/2/layout/IconVerticalSolidList"/>
    <dgm:cxn modelId="{E9560E63-35EA-4C39-9BF8-B631FF697004}" type="presParOf" srcId="{5A911AC8-B8CF-45A4-AB5E-8DF0DB689056}" destId="{3A993591-33B4-41AD-9347-B8DF6A064EA1}" srcOrd="0" destOrd="0" presId="urn:microsoft.com/office/officeart/2018/2/layout/IconVerticalSolidList"/>
    <dgm:cxn modelId="{8F5F0FDB-6D23-4F5C-9624-BAF8999DD652}" type="presParOf" srcId="{5A911AC8-B8CF-45A4-AB5E-8DF0DB689056}" destId="{B9C7E4AF-32AB-4336-914B-A1FC972E2C6A}" srcOrd="1" destOrd="0" presId="urn:microsoft.com/office/officeart/2018/2/layout/IconVerticalSolidList"/>
    <dgm:cxn modelId="{C3091552-99E8-4236-BAE8-915CE9462051}" type="presParOf" srcId="{5A911AC8-B8CF-45A4-AB5E-8DF0DB689056}" destId="{2AD9F6D7-A3E7-491E-9E71-A53093697D89}" srcOrd="2" destOrd="0" presId="urn:microsoft.com/office/officeart/2018/2/layout/IconVerticalSolidList"/>
    <dgm:cxn modelId="{BC432AF9-5A71-446F-905E-40D3FA99F59D}" type="presParOf" srcId="{5A911AC8-B8CF-45A4-AB5E-8DF0DB689056}" destId="{89A71F2B-4546-4A12-8CDF-CD047B6259FF}" srcOrd="3" destOrd="0" presId="urn:microsoft.com/office/officeart/2018/2/layout/IconVerticalSolidList"/>
    <dgm:cxn modelId="{FE22876B-6438-4BFE-9260-7AB8CA3797C1}" type="presParOf" srcId="{B4EF565C-6590-455D-B40F-19529BD2DC35}" destId="{70774963-B2DE-474D-833C-9D6D70C8FADC}" srcOrd="7" destOrd="0" presId="urn:microsoft.com/office/officeart/2018/2/layout/IconVerticalSolidList"/>
    <dgm:cxn modelId="{B2AEBA9A-E0AA-4D58-87A2-CEF61418DF03}" type="presParOf" srcId="{B4EF565C-6590-455D-B40F-19529BD2DC35}" destId="{C8E16D74-EF5A-4E59-B1C1-85BB7CFAA7A1}" srcOrd="8" destOrd="0" presId="urn:microsoft.com/office/officeart/2018/2/layout/IconVerticalSolidList"/>
    <dgm:cxn modelId="{79017CEE-73D1-4EEA-97D8-60444EF9C064}" type="presParOf" srcId="{C8E16D74-EF5A-4E59-B1C1-85BB7CFAA7A1}" destId="{0283B4F7-D035-4119-9D11-F6EA3D8156F8}" srcOrd="0" destOrd="0" presId="urn:microsoft.com/office/officeart/2018/2/layout/IconVerticalSolidList"/>
    <dgm:cxn modelId="{90FD673E-9E82-4D69-8AB2-D2911D6449A1}" type="presParOf" srcId="{C8E16D74-EF5A-4E59-B1C1-85BB7CFAA7A1}" destId="{033554AF-3A9D-42C7-A9E1-0B0076FFD0A1}" srcOrd="1" destOrd="0" presId="urn:microsoft.com/office/officeart/2018/2/layout/IconVerticalSolidList"/>
    <dgm:cxn modelId="{E47884FC-ED04-4F64-84B6-CA3BD4EB65DA}" type="presParOf" srcId="{C8E16D74-EF5A-4E59-B1C1-85BB7CFAA7A1}" destId="{1C04FED4-3951-4B69-A64E-5232B212D863}" srcOrd="2" destOrd="0" presId="urn:microsoft.com/office/officeart/2018/2/layout/IconVerticalSolidList"/>
    <dgm:cxn modelId="{5E7198C0-F9E5-49E8-B21B-4ECDF9586AB6}" type="presParOf" srcId="{C8E16D74-EF5A-4E59-B1C1-85BB7CFAA7A1}" destId="{8EB15CB5-3B45-421B-8A8F-9B31677FB4F8}" srcOrd="3" destOrd="0" presId="urn:microsoft.com/office/officeart/2018/2/layout/IconVerticalSolidList"/>
    <dgm:cxn modelId="{923D2653-4CAF-4F56-BDE9-1A95B4FA434C}" type="presParOf" srcId="{B4EF565C-6590-455D-B40F-19529BD2DC35}" destId="{ED6C2BCC-85A7-42D3-BAD6-48F915DB01DC}" srcOrd="9" destOrd="0" presId="urn:microsoft.com/office/officeart/2018/2/layout/IconVerticalSolidList"/>
    <dgm:cxn modelId="{3E9A11D3-0098-4153-AE28-22B272E6500D}" type="presParOf" srcId="{B4EF565C-6590-455D-B40F-19529BD2DC35}" destId="{7FCF9559-FBE4-4002-9413-465C1ACE4CF6}" srcOrd="10" destOrd="0" presId="urn:microsoft.com/office/officeart/2018/2/layout/IconVerticalSolidList"/>
    <dgm:cxn modelId="{DE88457D-BE0F-497D-ACE3-936A55386585}" type="presParOf" srcId="{7FCF9559-FBE4-4002-9413-465C1ACE4CF6}" destId="{69CFD846-BE6A-43B6-9F38-2AAF899A2982}" srcOrd="0" destOrd="0" presId="urn:microsoft.com/office/officeart/2018/2/layout/IconVerticalSolidList"/>
    <dgm:cxn modelId="{AD7DF999-5028-4BE6-A286-327D5539D65D}" type="presParOf" srcId="{7FCF9559-FBE4-4002-9413-465C1ACE4CF6}" destId="{FA7E1269-5E9F-4146-A58A-55F9657261B6}" srcOrd="1" destOrd="0" presId="urn:microsoft.com/office/officeart/2018/2/layout/IconVerticalSolidList"/>
    <dgm:cxn modelId="{90D50F0D-8235-4E7E-9F34-66901EDB8E39}" type="presParOf" srcId="{7FCF9559-FBE4-4002-9413-465C1ACE4CF6}" destId="{EAF1DF15-5CB1-4DD9-BEC4-BDC27F02594C}" srcOrd="2" destOrd="0" presId="urn:microsoft.com/office/officeart/2018/2/layout/IconVerticalSolidList"/>
    <dgm:cxn modelId="{F07B4314-B280-4A5D-95F0-1ABAB2C4BF6B}" type="presParOf" srcId="{7FCF9559-FBE4-4002-9413-465C1ACE4CF6}" destId="{2181E69D-7B26-44DF-9026-FF04CB73096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D8E4A2-8386-4E8E-9A4E-733AA61B6926}">
      <dsp:nvSpPr>
        <dsp:cNvPr id="0" name=""/>
        <dsp:cNvSpPr/>
      </dsp:nvSpPr>
      <dsp:spPr>
        <a:xfrm>
          <a:off x="0" y="1407"/>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8127F5-ECA3-4BDA-B5FC-C3E50B197465}">
      <dsp:nvSpPr>
        <dsp:cNvPr id="0" name=""/>
        <dsp:cNvSpPr/>
      </dsp:nvSpPr>
      <dsp:spPr>
        <a:xfrm>
          <a:off x="181438" y="136361"/>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6D331A-4EC0-42E9-A829-57C4FBEDAB24}">
      <dsp:nvSpPr>
        <dsp:cNvPr id="0" name=""/>
        <dsp:cNvSpPr/>
      </dsp:nvSpPr>
      <dsp:spPr>
        <a:xfrm>
          <a:off x="692764" y="1407"/>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fr-FR" sz="1900" kern="1200" dirty="0"/>
            <a:t>Problématique</a:t>
          </a:r>
          <a:endParaRPr lang="en-US" sz="1900" kern="1200" dirty="0"/>
        </a:p>
      </dsp:txBody>
      <dsp:txXfrm>
        <a:off x="692764" y="1407"/>
        <a:ext cx="9822835" cy="599796"/>
      </dsp:txXfrm>
    </dsp:sp>
    <dsp:sp modelId="{B44F92BE-BC79-4CE4-A96E-0F63FF30B596}">
      <dsp:nvSpPr>
        <dsp:cNvPr id="0" name=""/>
        <dsp:cNvSpPr/>
      </dsp:nvSpPr>
      <dsp:spPr>
        <a:xfrm>
          <a:off x="0" y="751152"/>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09F5AE-5466-47EE-9B02-59AAC9F003B0}">
      <dsp:nvSpPr>
        <dsp:cNvPr id="0" name=""/>
        <dsp:cNvSpPr/>
      </dsp:nvSpPr>
      <dsp:spPr>
        <a:xfrm>
          <a:off x="181438" y="886107"/>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5F6CBB-AF27-49C7-882E-9946E050F726}">
      <dsp:nvSpPr>
        <dsp:cNvPr id="0" name=""/>
        <dsp:cNvSpPr/>
      </dsp:nvSpPr>
      <dsp:spPr>
        <a:xfrm>
          <a:off x="692764" y="751152"/>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fr-FR" sz="1900" kern="1200" dirty="0"/>
            <a:t>Objectif</a:t>
          </a:r>
          <a:endParaRPr lang="en-US" sz="1900" kern="1200" dirty="0"/>
        </a:p>
      </dsp:txBody>
      <dsp:txXfrm>
        <a:off x="692764" y="751152"/>
        <a:ext cx="9822835" cy="599796"/>
      </dsp:txXfrm>
    </dsp:sp>
    <dsp:sp modelId="{5A5AA9E5-5367-49A2-8932-68D859E17B38}">
      <dsp:nvSpPr>
        <dsp:cNvPr id="0" name=""/>
        <dsp:cNvSpPr/>
      </dsp:nvSpPr>
      <dsp:spPr>
        <a:xfrm>
          <a:off x="0" y="1500898"/>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99A726-42EE-4278-ADB1-E1BFE0F9CB5E}">
      <dsp:nvSpPr>
        <dsp:cNvPr id="0" name=""/>
        <dsp:cNvSpPr/>
      </dsp:nvSpPr>
      <dsp:spPr>
        <a:xfrm>
          <a:off x="181438" y="1635852"/>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48C5C1-A343-44B2-9C49-983FD655EFB0}">
      <dsp:nvSpPr>
        <dsp:cNvPr id="0" name=""/>
        <dsp:cNvSpPr/>
      </dsp:nvSpPr>
      <dsp:spPr>
        <a:xfrm>
          <a:off x="692764" y="1500898"/>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fr-FR" sz="1900" kern="1200" dirty="0"/>
            <a:t>Fonctionnalités Principales</a:t>
          </a:r>
          <a:endParaRPr lang="en-US" sz="1900" kern="1200" dirty="0"/>
        </a:p>
      </dsp:txBody>
      <dsp:txXfrm>
        <a:off x="692764" y="1500898"/>
        <a:ext cx="9822835" cy="599796"/>
      </dsp:txXfrm>
    </dsp:sp>
    <dsp:sp modelId="{F583EC24-1E1A-446A-A41C-348A9E55C799}">
      <dsp:nvSpPr>
        <dsp:cNvPr id="0" name=""/>
        <dsp:cNvSpPr/>
      </dsp:nvSpPr>
      <dsp:spPr>
        <a:xfrm>
          <a:off x="0" y="2250643"/>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05455C-3395-4C03-9B70-53F524E93BD6}">
      <dsp:nvSpPr>
        <dsp:cNvPr id="0" name=""/>
        <dsp:cNvSpPr/>
      </dsp:nvSpPr>
      <dsp:spPr>
        <a:xfrm>
          <a:off x="181438" y="2385597"/>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C48C77-75B6-4FE9-BA4E-492624B1EFF6}">
      <dsp:nvSpPr>
        <dsp:cNvPr id="0" name=""/>
        <dsp:cNvSpPr/>
      </dsp:nvSpPr>
      <dsp:spPr>
        <a:xfrm>
          <a:off x="692764" y="2250643"/>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fr-FR" sz="1900" kern="1200" dirty="0"/>
            <a:t>Technologies et environnement de développement</a:t>
          </a:r>
          <a:endParaRPr lang="en-US" sz="1900" kern="1200" dirty="0"/>
        </a:p>
      </dsp:txBody>
      <dsp:txXfrm>
        <a:off x="692764" y="2250643"/>
        <a:ext cx="9822835" cy="599796"/>
      </dsp:txXfrm>
    </dsp:sp>
    <dsp:sp modelId="{14024B57-D984-48D4-A409-F70CEFFB61A3}">
      <dsp:nvSpPr>
        <dsp:cNvPr id="0" name=""/>
        <dsp:cNvSpPr/>
      </dsp:nvSpPr>
      <dsp:spPr>
        <a:xfrm>
          <a:off x="0" y="3000388"/>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26BC2D-592F-497B-B806-DA80B03011F7}">
      <dsp:nvSpPr>
        <dsp:cNvPr id="0" name=""/>
        <dsp:cNvSpPr/>
      </dsp:nvSpPr>
      <dsp:spPr>
        <a:xfrm>
          <a:off x="181438" y="3135342"/>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48A693-B62B-4DC4-B6F6-E44A7B29AE71}">
      <dsp:nvSpPr>
        <dsp:cNvPr id="0" name=""/>
        <dsp:cNvSpPr/>
      </dsp:nvSpPr>
      <dsp:spPr>
        <a:xfrm>
          <a:off x="692764" y="3000388"/>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fr-FR" sz="1900" kern="1200" dirty="0"/>
            <a:t>Diagramme UML</a:t>
          </a:r>
          <a:endParaRPr lang="en-US" sz="1900" kern="1200" dirty="0"/>
        </a:p>
      </dsp:txBody>
      <dsp:txXfrm>
        <a:off x="692764" y="3000388"/>
        <a:ext cx="9822835" cy="599796"/>
      </dsp:txXfrm>
    </dsp:sp>
    <dsp:sp modelId="{DFF91B53-76E8-4C14-838C-1267F2BA8E1F}">
      <dsp:nvSpPr>
        <dsp:cNvPr id="0" name=""/>
        <dsp:cNvSpPr/>
      </dsp:nvSpPr>
      <dsp:spPr>
        <a:xfrm>
          <a:off x="0" y="3750134"/>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ADA1DB-9F08-4923-AC3D-BF0D1FB6725D}">
      <dsp:nvSpPr>
        <dsp:cNvPr id="0" name=""/>
        <dsp:cNvSpPr/>
      </dsp:nvSpPr>
      <dsp:spPr>
        <a:xfrm>
          <a:off x="181438" y="3885088"/>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B03037-7B96-4570-B000-A41BD2254602}">
      <dsp:nvSpPr>
        <dsp:cNvPr id="0" name=""/>
        <dsp:cNvSpPr/>
      </dsp:nvSpPr>
      <dsp:spPr>
        <a:xfrm>
          <a:off x="692764" y="3750134"/>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fr-FR" sz="1900" kern="1200" dirty="0"/>
            <a:t>Exemple de démonstration</a:t>
          </a:r>
          <a:endParaRPr lang="en-US" sz="1900" kern="1200" dirty="0"/>
        </a:p>
      </dsp:txBody>
      <dsp:txXfrm>
        <a:off x="692764" y="3750134"/>
        <a:ext cx="9822835" cy="5997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A8C5EB-DD91-4224-8F5A-C7B166400621}">
      <dsp:nvSpPr>
        <dsp:cNvPr id="0" name=""/>
        <dsp:cNvSpPr/>
      </dsp:nvSpPr>
      <dsp:spPr>
        <a:xfrm>
          <a:off x="0" y="0"/>
          <a:ext cx="8414428" cy="754704"/>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dirty="0"/>
            <a:t>Développer une application mobile éducative moderne. </a:t>
          </a:r>
          <a:endParaRPr lang="en-US" sz="1900" kern="1200" dirty="0"/>
        </a:p>
      </dsp:txBody>
      <dsp:txXfrm>
        <a:off x="22105" y="22105"/>
        <a:ext cx="7511741" cy="710494"/>
      </dsp:txXfrm>
    </dsp:sp>
    <dsp:sp modelId="{ACC7CC42-922F-40A7-A239-0EAE595174BF}">
      <dsp:nvSpPr>
        <dsp:cNvPr id="0" name=""/>
        <dsp:cNvSpPr/>
      </dsp:nvSpPr>
      <dsp:spPr>
        <a:xfrm>
          <a:off x="628350" y="859525"/>
          <a:ext cx="8414428" cy="754704"/>
        </a:xfrm>
        <a:prstGeom prst="roundRect">
          <a:avLst>
            <a:gd name="adj" fmla="val 10000"/>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dirty="0"/>
            <a:t>Permettre aux utilisateurs de tester leurs compétences en programmation. </a:t>
          </a:r>
          <a:endParaRPr lang="en-US" sz="1900" kern="1200" dirty="0"/>
        </a:p>
      </dsp:txBody>
      <dsp:txXfrm>
        <a:off x="650455" y="881630"/>
        <a:ext cx="7251309" cy="710494"/>
      </dsp:txXfrm>
    </dsp:sp>
    <dsp:sp modelId="{A7388149-10A8-4C38-8FB6-0399577D9016}">
      <dsp:nvSpPr>
        <dsp:cNvPr id="0" name=""/>
        <dsp:cNvSpPr/>
      </dsp:nvSpPr>
      <dsp:spPr>
        <a:xfrm>
          <a:off x="1256700" y="1719050"/>
          <a:ext cx="8414428" cy="754704"/>
        </a:xfrm>
        <a:prstGeom prst="roundRect">
          <a:avLst>
            <a:gd name="adj" fmla="val 10000"/>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dirty="0"/>
            <a:t>Fournir des explications après chaque quiz. </a:t>
          </a:r>
          <a:endParaRPr lang="en-US" sz="1900" kern="1200" dirty="0"/>
        </a:p>
      </dsp:txBody>
      <dsp:txXfrm>
        <a:off x="1278805" y="1741155"/>
        <a:ext cx="7251309" cy="710494"/>
      </dsp:txXfrm>
    </dsp:sp>
    <dsp:sp modelId="{82E98E90-6B58-4284-B761-BE398D6864BE}">
      <dsp:nvSpPr>
        <dsp:cNvPr id="0" name=""/>
        <dsp:cNvSpPr/>
      </dsp:nvSpPr>
      <dsp:spPr>
        <a:xfrm>
          <a:off x="1885050" y="2578575"/>
          <a:ext cx="8414428" cy="754704"/>
        </a:xfrm>
        <a:prstGeom prst="roundRect">
          <a:avLst>
            <a:gd name="adj" fmla="val 10000"/>
          </a:avLst>
        </a:prstGeom>
        <a:solidFill>
          <a:schemeClr val="accent2">
            <a:hueOff val="4832710"/>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dirty="0"/>
            <a:t>Intégrer un </a:t>
          </a:r>
          <a:r>
            <a:rPr lang="fr-FR" sz="1900" kern="1200" dirty="0" err="1"/>
            <a:t>chatbot</a:t>
          </a:r>
          <a:r>
            <a:rPr lang="fr-FR" sz="1900" kern="1200" dirty="0"/>
            <a:t> intelligent pour l’assistance pédagogique. </a:t>
          </a:r>
          <a:endParaRPr lang="en-US" sz="1900" kern="1200" dirty="0"/>
        </a:p>
      </dsp:txBody>
      <dsp:txXfrm>
        <a:off x="1907155" y="2600680"/>
        <a:ext cx="7251309" cy="710494"/>
      </dsp:txXfrm>
    </dsp:sp>
    <dsp:sp modelId="{364A9E31-B2CC-42AB-98A2-1C48D3B59D8A}">
      <dsp:nvSpPr>
        <dsp:cNvPr id="0" name=""/>
        <dsp:cNvSpPr/>
      </dsp:nvSpPr>
      <dsp:spPr>
        <a:xfrm>
          <a:off x="2513400" y="3438100"/>
          <a:ext cx="8414428" cy="754704"/>
        </a:xfrm>
        <a:prstGeom prst="roundRect">
          <a:avLst>
            <a:gd name="adj" fmla="val 10000"/>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dirty="0"/>
            <a:t>Suivre la progression des utilisateurs via un système de score. </a:t>
          </a:r>
          <a:endParaRPr lang="en-US" sz="1900" kern="1200" dirty="0"/>
        </a:p>
      </dsp:txBody>
      <dsp:txXfrm>
        <a:off x="2535505" y="3460205"/>
        <a:ext cx="7251309" cy="710494"/>
      </dsp:txXfrm>
    </dsp:sp>
    <dsp:sp modelId="{40D5D033-F28C-4CE3-BAB2-9FE9DFCED93A}">
      <dsp:nvSpPr>
        <dsp:cNvPr id="0" name=""/>
        <dsp:cNvSpPr/>
      </dsp:nvSpPr>
      <dsp:spPr>
        <a:xfrm>
          <a:off x="7923870" y="551353"/>
          <a:ext cx="490558" cy="490558"/>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8034246" y="551353"/>
        <a:ext cx="269806" cy="369145"/>
      </dsp:txXfrm>
    </dsp:sp>
    <dsp:sp modelId="{5E23F7AB-6583-4209-8126-3DF2CF1FC2EB}">
      <dsp:nvSpPr>
        <dsp:cNvPr id="0" name=""/>
        <dsp:cNvSpPr/>
      </dsp:nvSpPr>
      <dsp:spPr>
        <a:xfrm>
          <a:off x="8552220" y="1410878"/>
          <a:ext cx="490558" cy="490558"/>
        </a:xfrm>
        <a:prstGeom prst="downArrow">
          <a:avLst>
            <a:gd name="adj1" fmla="val 55000"/>
            <a:gd name="adj2" fmla="val 45000"/>
          </a:avLst>
        </a:prstGeom>
        <a:solidFill>
          <a:schemeClr val="accent2">
            <a:tint val="40000"/>
            <a:alpha val="90000"/>
            <a:hueOff val="2244906"/>
            <a:satOff val="-20744"/>
            <a:lumOff val="-2338"/>
            <a:alphaOff val="0"/>
          </a:schemeClr>
        </a:solidFill>
        <a:ln w="19050" cap="flat" cmpd="sng" algn="ctr">
          <a:solidFill>
            <a:schemeClr val="accent2">
              <a:tint val="40000"/>
              <a:alpha val="90000"/>
              <a:hueOff val="2244906"/>
              <a:satOff val="-20744"/>
              <a:lumOff val="-23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8662596" y="1410878"/>
        <a:ext cx="269806" cy="369145"/>
      </dsp:txXfrm>
    </dsp:sp>
    <dsp:sp modelId="{EC12004B-0051-40E8-B6E1-DE038C23E766}">
      <dsp:nvSpPr>
        <dsp:cNvPr id="0" name=""/>
        <dsp:cNvSpPr/>
      </dsp:nvSpPr>
      <dsp:spPr>
        <a:xfrm>
          <a:off x="9180570" y="2257825"/>
          <a:ext cx="490558" cy="490558"/>
        </a:xfrm>
        <a:prstGeom prst="downArrow">
          <a:avLst>
            <a:gd name="adj1" fmla="val 55000"/>
            <a:gd name="adj2" fmla="val 45000"/>
          </a:avLst>
        </a:prstGeom>
        <a:solidFill>
          <a:schemeClr val="accent2">
            <a:tint val="40000"/>
            <a:alpha val="90000"/>
            <a:hueOff val="4489812"/>
            <a:satOff val="-41488"/>
            <a:lumOff val="-4677"/>
            <a:alphaOff val="0"/>
          </a:schemeClr>
        </a:solidFill>
        <a:ln w="19050" cap="flat" cmpd="sng" algn="ctr">
          <a:solidFill>
            <a:schemeClr val="accent2">
              <a:tint val="40000"/>
              <a:alpha val="90000"/>
              <a:hueOff val="4489812"/>
              <a:satOff val="-41488"/>
              <a:lumOff val="-46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9290946" y="2257825"/>
        <a:ext cx="269806" cy="369145"/>
      </dsp:txXfrm>
    </dsp:sp>
    <dsp:sp modelId="{D23634C7-FE38-4881-964F-69D28766CDE7}">
      <dsp:nvSpPr>
        <dsp:cNvPr id="0" name=""/>
        <dsp:cNvSpPr/>
      </dsp:nvSpPr>
      <dsp:spPr>
        <a:xfrm>
          <a:off x="9808920" y="3125736"/>
          <a:ext cx="490558" cy="490558"/>
        </a:xfrm>
        <a:prstGeom prst="downArrow">
          <a:avLst>
            <a:gd name="adj1" fmla="val 55000"/>
            <a:gd name="adj2" fmla="val 45000"/>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9919296" y="3125736"/>
        <a:ext cx="269806" cy="3691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EB26AB-E9AD-47A4-99A4-E97758EFA55C}">
      <dsp:nvSpPr>
        <dsp:cNvPr id="0" name=""/>
        <dsp:cNvSpPr/>
      </dsp:nvSpPr>
      <dsp:spPr>
        <a:xfrm>
          <a:off x="0" y="1407"/>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E24E74-ECC5-4F30-8B27-376475DBE577}">
      <dsp:nvSpPr>
        <dsp:cNvPr id="0" name=""/>
        <dsp:cNvSpPr/>
      </dsp:nvSpPr>
      <dsp:spPr>
        <a:xfrm>
          <a:off x="181438" y="136361"/>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9F2167-C2A5-4A56-854C-50D6F822259A}">
      <dsp:nvSpPr>
        <dsp:cNvPr id="0" name=""/>
        <dsp:cNvSpPr/>
      </dsp:nvSpPr>
      <dsp:spPr>
        <a:xfrm>
          <a:off x="692764" y="1407"/>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fr-FR" sz="1900" kern="1200" dirty="0"/>
            <a:t>Authentification sécurisée (Inscription / Connexion) </a:t>
          </a:r>
          <a:endParaRPr lang="en-US" sz="1900" kern="1200" dirty="0"/>
        </a:p>
      </dsp:txBody>
      <dsp:txXfrm>
        <a:off x="692764" y="1407"/>
        <a:ext cx="9822835" cy="599796"/>
      </dsp:txXfrm>
    </dsp:sp>
    <dsp:sp modelId="{627C2246-5273-4FA1-9392-3325C0B96F78}">
      <dsp:nvSpPr>
        <dsp:cNvPr id="0" name=""/>
        <dsp:cNvSpPr/>
      </dsp:nvSpPr>
      <dsp:spPr>
        <a:xfrm>
          <a:off x="0" y="751152"/>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0E269E-9BF6-4B23-868F-28BBAE856E4E}">
      <dsp:nvSpPr>
        <dsp:cNvPr id="0" name=""/>
        <dsp:cNvSpPr/>
      </dsp:nvSpPr>
      <dsp:spPr>
        <a:xfrm>
          <a:off x="181438" y="886107"/>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6F6DD3-2790-4B41-A127-2D5E14B235A8}">
      <dsp:nvSpPr>
        <dsp:cNvPr id="0" name=""/>
        <dsp:cNvSpPr/>
      </dsp:nvSpPr>
      <dsp:spPr>
        <a:xfrm>
          <a:off x="692764" y="751152"/>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fr-MA" sz="1900" kern="1200" dirty="0"/>
            <a:t>Quiz interactifs (QCM)</a:t>
          </a:r>
          <a:endParaRPr lang="en-US" sz="1900" kern="1200" dirty="0"/>
        </a:p>
      </dsp:txBody>
      <dsp:txXfrm>
        <a:off x="692764" y="751152"/>
        <a:ext cx="9822835" cy="599796"/>
      </dsp:txXfrm>
    </dsp:sp>
    <dsp:sp modelId="{342EE9DB-BE91-4E97-B2E4-6D716C464F14}">
      <dsp:nvSpPr>
        <dsp:cNvPr id="0" name=""/>
        <dsp:cNvSpPr/>
      </dsp:nvSpPr>
      <dsp:spPr>
        <a:xfrm>
          <a:off x="0" y="1500898"/>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47F416-F6C6-4E3D-9478-3D50DA3B00CD}">
      <dsp:nvSpPr>
        <dsp:cNvPr id="0" name=""/>
        <dsp:cNvSpPr/>
      </dsp:nvSpPr>
      <dsp:spPr>
        <a:xfrm>
          <a:off x="181438" y="1635852"/>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1E8D32-0F1A-4030-8102-01A8DF4F4723}">
      <dsp:nvSpPr>
        <dsp:cNvPr id="0" name=""/>
        <dsp:cNvSpPr/>
      </dsp:nvSpPr>
      <dsp:spPr>
        <a:xfrm>
          <a:off x="692764" y="1500898"/>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fr-FR" sz="1900" kern="1200" dirty="0"/>
            <a:t>Affichage des résultats et scores</a:t>
          </a:r>
          <a:endParaRPr lang="en-US" sz="1900" kern="1200" dirty="0"/>
        </a:p>
      </dsp:txBody>
      <dsp:txXfrm>
        <a:off x="692764" y="1500898"/>
        <a:ext cx="9822835" cy="599796"/>
      </dsp:txXfrm>
    </dsp:sp>
    <dsp:sp modelId="{3A993591-33B4-41AD-9347-B8DF6A064EA1}">
      <dsp:nvSpPr>
        <dsp:cNvPr id="0" name=""/>
        <dsp:cNvSpPr/>
      </dsp:nvSpPr>
      <dsp:spPr>
        <a:xfrm>
          <a:off x="0" y="2250643"/>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C7E4AF-32AB-4336-914B-A1FC972E2C6A}">
      <dsp:nvSpPr>
        <dsp:cNvPr id="0" name=""/>
        <dsp:cNvSpPr/>
      </dsp:nvSpPr>
      <dsp:spPr>
        <a:xfrm>
          <a:off x="181438" y="2385597"/>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A71F2B-4546-4A12-8CDF-CD047B6259FF}">
      <dsp:nvSpPr>
        <dsp:cNvPr id="0" name=""/>
        <dsp:cNvSpPr/>
      </dsp:nvSpPr>
      <dsp:spPr>
        <a:xfrm>
          <a:off x="692764" y="2250643"/>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fr-MA" sz="1900" kern="1200" dirty="0"/>
            <a:t>Système de classement (</a:t>
          </a:r>
          <a:r>
            <a:rPr lang="fr-MA" sz="1900" kern="1200" dirty="0" err="1"/>
            <a:t>Leaderboard</a:t>
          </a:r>
          <a:r>
            <a:rPr lang="fr-MA" sz="1900" kern="1200" dirty="0"/>
            <a:t>)</a:t>
          </a:r>
          <a:endParaRPr lang="en-US" sz="1900" kern="1200" dirty="0"/>
        </a:p>
      </dsp:txBody>
      <dsp:txXfrm>
        <a:off x="692764" y="2250643"/>
        <a:ext cx="9822835" cy="599796"/>
      </dsp:txXfrm>
    </dsp:sp>
    <dsp:sp modelId="{0283B4F7-D035-4119-9D11-F6EA3D8156F8}">
      <dsp:nvSpPr>
        <dsp:cNvPr id="0" name=""/>
        <dsp:cNvSpPr/>
      </dsp:nvSpPr>
      <dsp:spPr>
        <a:xfrm>
          <a:off x="0" y="3000388"/>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3554AF-3A9D-42C7-A9E1-0B0076FFD0A1}">
      <dsp:nvSpPr>
        <dsp:cNvPr id="0" name=""/>
        <dsp:cNvSpPr/>
      </dsp:nvSpPr>
      <dsp:spPr>
        <a:xfrm>
          <a:off x="181438" y="3135342"/>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B15CB5-3B45-421B-8A8F-9B31677FB4F8}">
      <dsp:nvSpPr>
        <dsp:cNvPr id="0" name=""/>
        <dsp:cNvSpPr/>
      </dsp:nvSpPr>
      <dsp:spPr>
        <a:xfrm>
          <a:off x="692764" y="3000388"/>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fr-FR" sz="1900" kern="1200" dirty="0" err="1"/>
            <a:t>Chatbot</a:t>
          </a:r>
          <a:r>
            <a:rPr lang="fr-FR" sz="1900" kern="1200" dirty="0"/>
            <a:t> IA (Google Gemini) pour assistance pédagogique</a:t>
          </a:r>
          <a:endParaRPr lang="en-US" sz="1900" kern="1200" dirty="0"/>
        </a:p>
      </dsp:txBody>
      <dsp:txXfrm>
        <a:off x="692764" y="3000388"/>
        <a:ext cx="9822835" cy="599796"/>
      </dsp:txXfrm>
    </dsp:sp>
    <dsp:sp modelId="{69CFD846-BE6A-43B6-9F38-2AAF899A2982}">
      <dsp:nvSpPr>
        <dsp:cNvPr id="0" name=""/>
        <dsp:cNvSpPr/>
      </dsp:nvSpPr>
      <dsp:spPr>
        <a:xfrm>
          <a:off x="0" y="3750134"/>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7E1269-5E9F-4146-A58A-55F9657261B6}">
      <dsp:nvSpPr>
        <dsp:cNvPr id="0" name=""/>
        <dsp:cNvSpPr/>
      </dsp:nvSpPr>
      <dsp:spPr>
        <a:xfrm>
          <a:off x="181438" y="3885088"/>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81E69D-7B26-44DF-9026-FF04CB73096E}">
      <dsp:nvSpPr>
        <dsp:cNvPr id="0" name=""/>
        <dsp:cNvSpPr/>
      </dsp:nvSpPr>
      <dsp:spPr>
        <a:xfrm>
          <a:off x="692764" y="3750134"/>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fr-FR" sz="1900" kern="1200" dirty="0"/>
            <a:t>Espace administrateur (gestion des questions et utilisateurs)</a:t>
          </a:r>
          <a:endParaRPr lang="en-US" sz="1900" kern="1200" dirty="0"/>
        </a:p>
      </dsp:txBody>
      <dsp:txXfrm>
        <a:off x="692764" y="3750134"/>
        <a:ext cx="9822835" cy="59979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13/05/2026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310491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13/05/2026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841795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13/05/2026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466923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638941B0-F4D5-4460-BCAD-F7E2B41A8257}" type="datetimeFigureOut">
              <a:rPr lang="fr-FR" smtClean="0"/>
              <a:t>13/05/2026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74763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638941B0-F4D5-4460-BCAD-F7E2B41A8257}" type="datetimeFigureOut">
              <a:rPr lang="fr-FR" smtClean="0"/>
              <a:t>13/05/2026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2611866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638941B0-F4D5-4460-BCAD-F7E2B41A8257}" type="datetimeFigureOut">
              <a:rPr lang="fr-FR" smtClean="0"/>
              <a:t>13/05/2026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395854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38941B0-F4D5-4460-BCAD-F7E2B41A8257}" type="datetimeFigureOut">
              <a:rPr lang="fr-FR" smtClean="0"/>
              <a:t>13/05/2026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4040201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38941B0-F4D5-4460-BCAD-F7E2B41A8257}" type="datetimeFigureOut">
              <a:rPr lang="fr-FR" smtClean="0"/>
              <a:t>13/05/2026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2706407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38941B0-F4D5-4460-BCAD-F7E2B41A8257}" type="datetimeFigureOut">
              <a:rPr lang="fr-FR" smtClean="0"/>
              <a:t>13/05/2026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161090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13/05/2026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4172787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13/05/2026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1902177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C48A22-2CA0-1AB4-EFBA-6BD84CC2392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MA"/>
          </a:p>
        </p:txBody>
      </p:sp>
      <p:sp>
        <p:nvSpPr>
          <p:cNvPr id="3" name="Sous-titre 2">
            <a:extLst>
              <a:ext uri="{FF2B5EF4-FFF2-40B4-BE49-F238E27FC236}">
                <a16:creationId xmlns:a16="http://schemas.microsoft.com/office/drawing/2014/main" id="{920F222D-2A40-CD12-3D75-41CE87A2A0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MA"/>
          </a:p>
        </p:txBody>
      </p:sp>
      <p:sp>
        <p:nvSpPr>
          <p:cNvPr id="4" name="Espace réservé de la date 3">
            <a:extLst>
              <a:ext uri="{FF2B5EF4-FFF2-40B4-BE49-F238E27FC236}">
                <a16:creationId xmlns:a16="http://schemas.microsoft.com/office/drawing/2014/main" id="{F17E0403-270E-151A-70B1-A021CA235E1D}"/>
              </a:ext>
            </a:extLst>
          </p:cNvPr>
          <p:cNvSpPr>
            <a:spLocks noGrp="1"/>
          </p:cNvSpPr>
          <p:nvPr>
            <p:ph type="dt" sz="half" idx="10"/>
          </p:nvPr>
        </p:nvSpPr>
        <p:spPr/>
        <p:txBody>
          <a:bodyPr/>
          <a:lstStyle/>
          <a:p>
            <a:fld id="{8526A1E2-2366-458B-95BF-271E3A7BBCEA}" type="datetimeFigureOut">
              <a:rPr lang="fr-MA" smtClean="0"/>
              <a:t>13/05/2026</a:t>
            </a:fld>
            <a:endParaRPr lang="fr-MA"/>
          </a:p>
        </p:txBody>
      </p:sp>
      <p:sp>
        <p:nvSpPr>
          <p:cNvPr id="5" name="Espace réservé du pied de page 4">
            <a:extLst>
              <a:ext uri="{FF2B5EF4-FFF2-40B4-BE49-F238E27FC236}">
                <a16:creationId xmlns:a16="http://schemas.microsoft.com/office/drawing/2014/main" id="{D9B0BBCB-0EEA-EFB2-9FA0-06649504008A}"/>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59F680B0-ACCE-5291-ED33-DF945FF60A4A}"/>
              </a:ext>
            </a:extLst>
          </p:cNvPr>
          <p:cNvSpPr>
            <a:spLocks noGrp="1"/>
          </p:cNvSpPr>
          <p:nvPr>
            <p:ph type="sldNum" sz="quarter" idx="12"/>
          </p:nvPr>
        </p:nvSpPr>
        <p:spPr/>
        <p:txBody>
          <a:bodyPr/>
          <a:lstStyle/>
          <a:p>
            <a:fld id="{848637F1-8169-4354-B213-6C23A045EC35}" type="slidenum">
              <a:rPr lang="fr-MA" smtClean="0"/>
              <a:t>‹N°›</a:t>
            </a:fld>
            <a:endParaRPr lang="fr-MA"/>
          </a:p>
        </p:txBody>
      </p:sp>
    </p:spTree>
    <p:extLst>
      <p:ext uri="{BB962C8B-B14F-4D97-AF65-F5344CB8AC3E}">
        <p14:creationId xmlns:p14="http://schemas.microsoft.com/office/powerpoint/2010/main" val="42116988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8EADD8-820E-322D-F3E7-240D5D1DCE7E}"/>
              </a:ext>
            </a:extLst>
          </p:cNvPr>
          <p:cNvSpPr>
            <a:spLocks noGrp="1"/>
          </p:cNvSpPr>
          <p:nvPr>
            <p:ph type="title"/>
          </p:nvPr>
        </p:nvSpPr>
        <p:spPr/>
        <p:txBody>
          <a:bodyPr/>
          <a:lstStyle/>
          <a:p>
            <a:r>
              <a:rPr lang="fr-FR"/>
              <a:t>Modifiez le style du titre</a:t>
            </a:r>
            <a:endParaRPr lang="fr-MA"/>
          </a:p>
        </p:txBody>
      </p:sp>
      <p:sp>
        <p:nvSpPr>
          <p:cNvPr id="3" name="Espace réservé du contenu 2">
            <a:extLst>
              <a:ext uri="{FF2B5EF4-FFF2-40B4-BE49-F238E27FC236}">
                <a16:creationId xmlns:a16="http://schemas.microsoft.com/office/drawing/2014/main" id="{3100EB54-4D03-69CF-302F-695C9459DB69}"/>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e la date 3">
            <a:extLst>
              <a:ext uri="{FF2B5EF4-FFF2-40B4-BE49-F238E27FC236}">
                <a16:creationId xmlns:a16="http://schemas.microsoft.com/office/drawing/2014/main" id="{19882A24-0457-BCEA-48B9-3E35EE60EBA1}"/>
              </a:ext>
            </a:extLst>
          </p:cNvPr>
          <p:cNvSpPr>
            <a:spLocks noGrp="1"/>
          </p:cNvSpPr>
          <p:nvPr>
            <p:ph type="dt" sz="half" idx="10"/>
          </p:nvPr>
        </p:nvSpPr>
        <p:spPr/>
        <p:txBody>
          <a:bodyPr/>
          <a:lstStyle/>
          <a:p>
            <a:fld id="{8526A1E2-2366-458B-95BF-271E3A7BBCEA}" type="datetimeFigureOut">
              <a:rPr lang="fr-MA" smtClean="0"/>
              <a:t>13/05/2026</a:t>
            </a:fld>
            <a:endParaRPr lang="fr-MA"/>
          </a:p>
        </p:txBody>
      </p:sp>
      <p:sp>
        <p:nvSpPr>
          <p:cNvPr id="5" name="Espace réservé du pied de page 4">
            <a:extLst>
              <a:ext uri="{FF2B5EF4-FFF2-40B4-BE49-F238E27FC236}">
                <a16:creationId xmlns:a16="http://schemas.microsoft.com/office/drawing/2014/main" id="{469EB592-A43D-A7BE-5DB3-7F1CACC48A13}"/>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DAA4FB7F-9AA9-9463-EBEA-A231A9B5C5F6}"/>
              </a:ext>
            </a:extLst>
          </p:cNvPr>
          <p:cNvSpPr>
            <a:spLocks noGrp="1"/>
          </p:cNvSpPr>
          <p:nvPr>
            <p:ph type="sldNum" sz="quarter" idx="12"/>
          </p:nvPr>
        </p:nvSpPr>
        <p:spPr/>
        <p:txBody>
          <a:bodyPr/>
          <a:lstStyle/>
          <a:p>
            <a:fld id="{848637F1-8169-4354-B213-6C23A045EC35}" type="slidenum">
              <a:rPr lang="fr-MA" smtClean="0"/>
              <a:t>‹N°›</a:t>
            </a:fld>
            <a:endParaRPr lang="fr-MA"/>
          </a:p>
        </p:txBody>
      </p:sp>
    </p:spTree>
    <p:extLst>
      <p:ext uri="{BB962C8B-B14F-4D97-AF65-F5344CB8AC3E}">
        <p14:creationId xmlns:p14="http://schemas.microsoft.com/office/powerpoint/2010/main" val="3140652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06C605-9B3C-C313-A9A2-A900063DA46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MA"/>
          </a:p>
        </p:txBody>
      </p:sp>
      <p:sp>
        <p:nvSpPr>
          <p:cNvPr id="3" name="Espace réservé du texte 2">
            <a:extLst>
              <a:ext uri="{FF2B5EF4-FFF2-40B4-BE49-F238E27FC236}">
                <a16:creationId xmlns:a16="http://schemas.microsoft.com/office/drawing/2014/main" id="{99A1E2BB-BC3D-F8BD-8048-D3845CDF85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78C267B-1CB1-D6FF-5057-E6A1435535CA}"/>
              </a:ext>
            </a:extLst>
          </p:cNvPr>
          <p:cNvSpPr>
            <a:spLocks noGrp="1"/>
          </p:cNvSpPr>
          <p:nvPr>
            <p:ph type="dt" sz="half" idx="10"/>
          </p:nvPr>
        </p:nvSpPr>
        <p:spPr/>
        <p:txBody>
          <a:bodyPr/>
          <a:lstStyle/>
          <a:p>
            <a:fld id="{8526A1E2-2366-458B-95BF-271E3A7BBCEA}" type="datetimeFigureOut">
              <a:rPr lang="fr-MA" smtClean="0"/>
              <a:t>13/05/2026</a:t>
            </a:fld>
            <a:endParaRPr lang="fr-MA"/>
          </a:p>
        </p:txBody>
      </p:sp>
      <p:sp>
        <p:nvSpPr>
          <p:cNvPr id="5" name="Espace réservé du pied de page 4">
            <a:extLst>
              <a:ext uri="{FF2B5EF4-FFF2-40B4-BE49-F238E27FC236}">
                <a16:creationId xmlns:a16="http://schemas.microsoft.com/office/drawing/2014/main" id="{FDDC6963-2AA1-EBB1-58C3-CA125D26713A}"/>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8E2C750E-1807-758F-EFAD-AB96EB48949D}"/>
              </a:ext>
            </a:extLst>
          </p:cNvPr>
          <p:cNvSpPr>
            <a:spLocks noGrp="1"/>
          </p:cNvSpPr>
          <p:nvPr>
            <p:ph type="sldNum" sz="quarter" idx="12"/>
          </p:nvPr>
        </p:nvSpPr>
        <p:spPr/>
        <p:txBody>
          <a:bodyPr/>
          <a:lstStyle/>
          <a:p>
            <a:fld id="{848637F1-8169-4354-B213-6C23A045EC35}" type="slidenum">
              <a:rPr lang="fr-MA" smtClean="0"/>
              <a:t>‹N°›</a:t>
            </a:fld>
            <a:endParaRPr lang="fr-MA"/>
          </a:p>
        </p:txBody>
      </p:sp>
    </p:spTree>
    <p:extLst>
      <p:ext uri="{BB962C8B-B14F-4D97-AF65-F5344CB8AC3E}">
        <p14:creationId xmlns:p14="http://schemas.microsoft.com/office/powerpoint/2010/main" val="39776811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0FD9A0-AE00-9FD8-0A1B-D5B85F9C4604}"/>
              </a:ext>
            </a:extLst>
          </p:cNvPr>
          <p:cNvSpPr>
            <a:spLocks noGrp="1"/>
          </p:cNvSpPr>
          <p:nvPr>
            <p:ph type="title"/>
          </p:nvPr>
        </p:nvSpPr>
        <p:spPr/>
        <p:txBody>
          <a:bodyPr/>
          <a:lstStyle/>
          <a:p>
            <a:r>
              <a:rPr lang="fr-FR"/>
              <a:t>Modifiez le style du titre</a:t>
            </a:r>
            <a:endParaRPr lang="fr-MA"/>
          </a:p>
        </p:txBody>
      </p:sp>
      <p:sp>
        <p:nvSpPr>
          <p:cNvPr id="3" name="Espace réservé du contenu 2">
            <a:extLst>
              <a:ext uri="{FF2B5EF4-FFF2-40B4-BE49-F238E27FC236}">
                <a16:creationId xmlns:a16="http://schemas.microsoft.com/office/drawing/2014/main" id="{84603779-E30A-8C1E-B76F-FE6654AB09B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u contenu 3">
            <a:extLst>
              <a:ext uri="{FF2B5EF4-FFF2-40B4-BE49-F238E27FC236}">
                <a16:creationId xmlns:a16="http://schemas.microsoft.com/office/drawing/2014/main" id="{FA2686BC-9782-515A-D2F7-7A518DF96DD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5" name="Espace réservé de la date 4">
            <a:extLst>
              <a:ext uri="{FF2B5EF4-FFF2-40B4-BE49-F238E27FC236}">
                <a16:creationId xmlns:a16="http://schemas.microsoft.com/office/drawing/2014/main" id="{53F65F48-7543-2E8D-EDA9-6A967173CFE9}"/>
              </a:ext>
            </a:extLst>
          </p:cNvPr>
          <p:cNvSpPr>
            <a:spLocks noGrp="1"/>
          </p:cNvSpPr>
          <p:nvPr>
            <p:ph type="dt" sz="half" idx="10"/>
          </p:nvPr>
        </p:nvSpPr>
        <p:spPr/>
        <p:txBody>
          <a:bodyPr/>
          <a:lstStyle/>
          <a:p>
            <a:fld id="{8526A1E2-2366-458B-95BF-271E3A7BBCEA}" type="datetimeFigureOut">
              <a:rPr lang="fr-MA" smtClean="0"/>
              <a:t>13/05/2026</a:t>
            </a:fld>
            <a:endParaRPr lang="fr-MA"/>
          </a:p>
        </p:txBody>
      </p:sp>
      <p:sp>
        <p:nvSpPr>
          <p:cNvPr id="6" name="Espace réservé du pied de page 5">
            <a:extLst>
              <a:ext uri="{FF2B5EF4-FFF2-40B4-BE49-F238E27FC236}">
                <a16:creationId xmlns:a16="http://schemas.microsoft.com/office/drawing/2014/main" id="{00540F3B-CC58-5984-8DBB-1AE47FE51396}"/>
              </a:ext>
            </a:extLst>
          </p:cNvPr>
          <p:cNvSpPr>
            <a:spLocks noGrp="1"/>
          </p:cNvSpPr>
          <p:nvPr>
            <p:ph type="ftr" sz="quarter" idx="11"/>
          </p:nvPr>
        </p:nvSpPr>
        <p:spPr/>
        <p:txBody>
          <a:bodyPr/>
          <a:lstStyle/>
          <a:p>
            <a:endParaRPr lang="fr-MA"/>
          </a:p>
        </p:txBody>
      </p:sp>
      <p:sp>
        <p:nvSpPr>
          <p:cNvPr id="7" name="Espace réservé du numéro de diapositive 6">
            <a:extLst>
              <a:ext uri="{FF2B5EF4-FFF2-40B4-BE49-F238E27FC236}">
                <a16:creationId xmlns:a16="http://schemas.microsoft.com/office/drawing/2014/main" id="{4E5770D7-B0DE-29C0-0E9A-1E879E96994C}"/>
              </a:ext>
            </a:extLst>
          </p:cNvPr>
          <p:cNvSpPr>
            <a:spLocks noGrp="1"/>
          </p:cNvSpPr>
          <p:nvPr>
            <p:ph type="sldNum" sz="quarter" idx="12"/>
          </p:nvPr>
        </p:nvSpPr>
        <p:spPr/>
        <p:txBody>
          <a:bodyPr/>
          <a:lstStyle/>
          <a:p>
            <a:fld id="{848637F1-8169-4354-B213-6C23A045EC35}" type="slidenum">
              <a:rPr lang="fr-MA" smtClean="0"/>
              <a:t>‹N°›</a:t>
            </a:fld>
            <a:endParaRPr lang="fr-MA"/>
          </a:p>
        </p:txBody>
      </p:sp>
    </p:spTree>
    <p:extLst>
      <p:ext uri="{BB962C8B-B14F-4D97-AF65-F5344CB8AC3E}">
        <p14:creationId xmlns:p14="http://schemas.microsoft.com/office/powerpoint/2010/main" val="851606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99D163-5D71-B0C8-53DA-0A31CC8AA26C}"/>
              </a:ext>
            </a:extLst>
          </p:cNvPr>
          <p:cNvSpPr>
            <a:spLocks noGrp="1"/>
          </p:cNvSpPr>
          <p:nvPr>
            <p:ph type="title"/>
          </p:nvPr>
        </p:nvSpPr>
        <p:spPr>
          <a:xfrm>
            <a:off x="839788" y="365125"/>
            <a:ext cx="10515600" cy="1325563"/>
          </a:xfrm>
        </p:spPr>
        <p:txBody>
          <a:bodyPr/>
          <a:lstStyle/>
          <a:p>
            <a:r>
              <a:rPr lang="fr-FR"/>
              <a:t>Modifiez le style du titre</a:t>
            </a:r>
            <a:endParaRPr lang="fr-MA"/>
          </a:p>
        </p:txBody>
      </p:sp>
      <p:sp>
        <p:nvSpPr>
          <p:cNvPr id="3" name="Espace réservé du texte 2">
            <a:extLst>
              <a:ext uri="{FF2B5EF4-FFF2-40B4-BE49-F238E27FC236}">
                <a16:creationId xmlns:a16="http://schemas.microsoft.com/office/drawing/2014/main" id="{512E460D-D4A1-8DD0-7249-771995E01E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5E729651-3052-DF5E-EFAC-9CFDDD7738AF}"/>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5" name="Espace réservé du texte 4">
            <a:extLst>
              <a:ext uri="{FF2B5EF4-FFF2-40B4-BE49-F238E27FC236}">
                <a16:creationId xmlns:a16="http://schemas.microsoft.com/office/drawing/2014/main" id="{58D48347-B554-3AE9-04A7-404055459E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2A2C31C-FC86-90CB-5857-97C5303AA8F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7" name="Espace réservé de la date 6">
            <a:extLst>
              <a:ext uri="{FF2B5EF4-FFF2-40B4-BE49-F238E27FC236}">
                <a16:creationId xmlns:a16="http://schemas.microsoft.com/office/drawing/2014/main" id="{6B3B006A-1FF5-D23C-C554-2B49EBAA7375}"/>
              </a:ext>
            </a:extLst>
          </p:cNvPr>
          <p:cNvSpPr>
            <a:spLocks noGrp="1"/>
          </p:cNvSpPr>
          <p:nvPr>
            <p:ph type="dt" sz="half" idx="10"/>
          </p:nvPr>
        </p:nvSpPr>
        <p:spPr/>
        <p:txBody>
          <a:bodyPr/>
          <a:lstStyle/>
          <a:p>
            <a:fld id="{8526A1E2-2366-458B-95BF-271E3A7BBCEA}" type="datetimeFigureOut">
              <a:rPr lang="fr-MA" smtClean="0"/>
              <a:t>13/05/2026</a:t>
            </a:fld>
            <a:endParaRPr lang="fr-MA"/>
          </a:p>
        </p:txBody>
      </p:sp>
      <p:sp>
        <p:nvSpPr>
          <p:cNvPr id="8" name="Espace réservé du pied de page 7">
            <a:extLst>
              <a:ext uri="{FF2B5EF4-FFF2-40B4-BE49-F238E27FC236}">
                <a16:creationId xmlns:a16="http://schemas.microsoft.com/office/drawing/2014/main" id="{DE70F7AF-12E4-1BE3-F6CF-85C83194CB19}"/>
              </a:ext>
            </a:extLst>
          </p:cNvPr>
          <p:cNvSpPr>
            <a:spLocks noGrp="1"/>
          </p:cNvSpPr>
          <p:nvPr>
            <p:ph type="ftr" sz="quarter" idx="11"/>
          </p:nvPr>
        </p:nvSpPr>
        <p:spPr/>
        <p:txBody>
          <a:bodyPr/>
          <a:lstStyle/>
          <a:p>
            <a:endParaRPr lang="fr-MA"/>
          </a:p>
        </p:txBody>
      </p:sp>
      <p:sp>
        <p:nvSpPr>
          <p:cNvPr id="9" name="Espace réservé du numéro de diapositive 8">
            <a:extLst>
              <a:ext uri="{FF2B5EF4-FFF2-40B4-BE49-F238E27FC236}">
                <a16:creationId xmlns:a16="http://schemas.microsoft.com/office/drawing/2014/main" id="{51EDBB22-C424-4F91-A758-D52C4F75E542}"/>
              </a:ext>
            </a:extLst>
          </p:cNvPr>
          <p:cNvSpPr>
            <a:spLocks noGrp="1"/>
          </p:cNvSpPr>
          <p:nvPr>
            <p:ph type="sldNum" sz="quarter" idx="12"/>
          </p:nvPr>
        </p:nvSpPr>
        <p:spPr/>
        <p:txBody>
          <a:bodyPr/>
          <a:lstStyle/>
          <a:p>
            <a:fld id="{848637F1-8169-4354-B213-6C23A045EC35}" type="slidenum">
              <a:rPr lang="fr-MA" smtClean="0"/>
              <a:t>‹N°›</a:t>
            </a:fld>
            <a:endParaRPr lang="fr-MA"/>
          </a:p>
        </p:txBody>
      </p:sp>
    </p:spTree>
    <p:extLst>
      <p:ext uri="{BB962C8B-B14F-4D97-AF65-F5344CB8AC3E}">
        <p14:creationId xmlns:p14="http://schemas.microsoft.com/office/powerpoint/2010/main" val="38739289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87A62B-D6E4-CD72-3BFC-9667BD16738E}"/>
              </a:ext>
            </a:extLst>
          </p:cNvPr>
          <p:cNvSpPr>
            <a:spLocks noGrp="1"/>
          </p:cNvSpPr>
          <p:nvPr>
            <p:ph type="title"/>
          </p:nvPr>
        </p:nvSpPr>
        <p:spPr/>
        <p:txBody>
          <a:bodyPr/>
          <a:lstStyle/>
          <a:p>
            <a:r>
              <a:rPr lang="fr-FR"/>
              <a:t>Modifiez le style du titre</a:t>
            </a:r>
            <a:endParaRPr lang="fr-MA"/>
          </a:p>
        </p:txBody>
      </p:sp>
      <p:sp>
        <p:nvSpPr>
          <p:cNvPr id="3" name="Espace réservé de la date 2">
            <a:extLst>
              <a:ext uri="{FF2B5EF4-FFF2-40B4-BE49-F238E27FC236}">
                <a16:creationId xmlns:a16="http://schemas.microsoft.com/office/drawing/2014/main" id="{E208946A-124D-2269-85F0-EF238349F1F3}"/>
              </a:ext>
            </a:extLst>
          </p:cNvPr>
          <p:cNvSpPr>
            <a:spLocks noGrp="1"/>
          </p:cNvSpPr>
          <p:nvPr>
            <p:ph type="dt" sz="half" idx="10"/>
          </p:nvPr>
        </p:nvSpPr>
        <p:spPr/>
        <p:txBody>
          <a:bodyPr/>
          <a:lstStyle/>
          <a:p>
            <a:fld id="{8526A1E2-2366-458B-95BF-271E3A7BBCEA}" type="datetimeFigureOut">
              <a:rPr lang="fr-MA" smtClean="0"/>
              <a:t>13/05/2026</a:t>
            </a:fld>
            <a:endParaRPr lang="fr-MA"/>
          </a:p>
        </p:txBody>
      </p:sp>
      <p:sp>
        <p:nvSpPr>
          <p:cNvPr id="4" name="Espace réservé du pied de page 3">
            <a:extLst>
              <a:ext uri="{FF2B5EF4-FFF2-40B4-BE49-F238E27FC236}">
                <a16:creationId xmlns:a16="http://schemas.microsoft.com/office/drawing/2014/main" id="{B9940581-09DA-57CF-D0E5-0598C0A94C92}"/>
              </a:ext>
            </a:extLst>
          </p:cNvPr>
          <p:cNvSpPr>
            <a:spLocks noGrp="1"/>
          </p:cNvSpPr>
          <p:nvPr>
            <p:ph type="ftr" sz="quarter" idx="11"/>
          </p:nvPr>
        </p:nvSpPr>
        <p:spPr/>
        <p:txBody>
          <a:bodyPr/>
          <a:lstStyle/>
          <a:p>
            <a:endParaRPr lang="fr-MA"/>
          </a:p>
        </p:txBody>
      </p:sp>
      <p:sp>
        <p:nvSpPr>
          <p:cNvPr id="5" name="Espace réservé du numéro de diapositive 4">
            <a:extLst>
              <a:ext uri="{FF2B5EF4-FFF2-40B4-BE49-F238E27FC236}">
                <a16:creationId xmlns:a16="http://schemas.microsoft.com/office/drawing/2014/main" id="{3B735C45-DBDA-188D-938F-FE9884EC0BAB}"/>
              </a:ext>
            </a:extLst>
          </p:cNvPr>
          <p:cNvSpPr>
            <a:spLocks noGrp="1"/>
          </p:cNvSpPr>
          <p:nvPr>
            <p:ph type="sldNum" sz="quarter" idx="12"/>
          </p:nvPr>
        </p:nvSpPr>
        <p:spPr/>
        <p:txBody>
          <a:bodyPr/>
          <a:lstStyle/>
          <a:p>
            <a:fld id="{848637F1-8169-4354-B213-6C23A045EC35}" type="slidenum">
              <a:rPr lang="fr-MA" smtClean="0"/>
              <a:t>‹N°›</a:t>
            </a:fld>
            <a:endParaRPr lang="fr-MA"/>
          </a:p>
        </p:txBody>
      </p:sp>
    </p:spTree>
    <p:extLst>
      <p:ext uri="{BB962C8B-B14F-4D97-AF65-F5344CB8AC3E}">
        <p14:creationId xmlns:p14="http://schemas.microsoft.com/office/powerpoint/2010/main" val="25994271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430AB56-A60F-20E0-0743-6BF1BF156375}"/>
              </a:ext>
            </a:extLst>
          </p:cNvPr>
          <p:cNvSpPr>
            <a:spLocks noGrp="1"/>
          </p:cNvSpPr>
          <p:nvPr>
            <p:ph type="dt" sz="half" idx="10"/>
          </p:nvPr>
        </p:nvSpPr>
        <p:spPr/>
        <p:txBody>
          <a:bodyPr/>
          <a:lstStyle/>
          <a:p>
            <a:fld id="{8526A1E2-2366-458B-95BF-271E3A7BBCEA}" type="datetimeFigureOut">
              <a:rPr lang="fr-MA" smtClean="0"/>
              <a:t>13/05/2026</a:t>
            </a:fld>
            <a:endParaRPr lang="fr-MA"/>
          </a:p>
        </p:txBody>
      </p:sp>
      <p:sp>
        <p:nvSpPr>
          <p:cNvPr id="3" name="Espace réservé du pied de page 2">
            <a:extLst>
              <a:ext uri="{FF2B5EF4-FFF2-40B4-BE49-F238E27FC236}">
                <a16:creationId xmlns:a16="http://schemas.microsoft.com/office/drawing/2014/main" id="{F4292B5E-1E69-7CBC-8A44-AD17F3C16ED6}"/>
              </a:ext>
            </a:extLst>
          </p:cNvPr>
          <p:cNvSpPr>
            <a:spLocks noGrp="1"/>
          </p:cNvSpPr>
          <p:nvPr>
            <p:ph type="ftr" sz="quarter" idx="11"/>
          </p:nvPr>
        </p:nvSpPr>
        <p:spPr/>
        <p:txBody>
          <a:bodyPr/>
          <a:lstStyle/>
          <a:p>
            <a:endParaRPr lang="fr-MA"/>
          </a:p>
        </p:txBody>
      </p:sp>
      <p:sp>
        <p:nvSpPr>
          <p:cNvPr id="4" name="Espace réservé du numéro de diapositive 3">
            <a:extLst>
              <a:ext uri="{FF2B5EF4-FFF2-40B4-BE49-F238E27FC236}">
                <a16:creationId xmlns:a16="http://schemas.microsoft.com/office/drawing/2014/main" id="{69BC3E3A-CA3F-5027-814D-5C3635D54406}"/>
              </a:ext>
            </a:extLst>
          </p:cNvPr>
          <p:cNvSpPr>
            <a:spLocks noGrp="1"/>
          </p:cNvSpPr>
          <p:nvPr>
            <p:ph type="sldNum" sz="quarter" idx="12"/>
          </p:nvPr>
        </p:nvSpPr>
        <p:spPr/>
        <p:txBody>
          <a:bodyPr/>
          <a:lstStyle/>
          <a:p>
            <a:fld id="{848637F1-8169-4354-B213-6C23A045EC35}" type="slidenum">
              <a:rPr lang="fr-MA" smtClean="0"/>
              <a:t>‹N°›</a:t>
            </a:fld>
            <a:endParaRPr lang="fr-MA"/>
          </a:p>
        </p:txBody>
      </p:sp>
    </p:spTree>
    <p:extLst>
      <p:ext uri="{BB962C8B-B14F-4D97-AF65-F5344CB8AC3E}">
        <p14:creationId xmlns:p14="http://schemas.microsoft.com/office/powerpoint/2010/main" val="31110915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39D1E4-57E0-C7C7-D716-A4C3A78ADE1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MA"/>
          </a:p>
        </p:txBody>
      </p:sp>
      <p:sp>
        <p:nvSpPr>
          <p:cNvPr id="3" name="Espace réservé du contenu 2">
            <a:extLst>
              <a:ext uri="{FF2B5EF4-FFF2-40B4-BE49-F238E27FC236}">
                <a16:creationId xmlns:a16="http://schemas.microsoft.com/office/drawing/2014/main" id="{F1D016E8-302B-72A5-E1AC-F077D6C2C8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u texte 3">
            <a:extLst>
              <a:ext uri="{FF2B5EF4-FFF2-40B4-BE49-F238E27FC236}">
                <a16:creationId xmlns:a16="http://schemas.microsoft.com/office/drawing/2014/main" id="{0E1B1398-C27A-A709-3CE8-47CBC74BF2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DA619DB-32D0-1C64-C606-6017374B866B}"/>
              </a:ext>
            </a:extLst>
          </p:cNvPr>
          <p:cNvSpPr>
            <a:spLocks noGrp="1"/>
          </p:cNvSpPr>
          <p:nvPr>
            <p:ph type="dt" sz="half" idx="10"/>
          </p:nvPr>
        </p:nvSpPr>
        <p:spPr/>
        <p:txBody>
          <a:bodyPr/>
          <a:lstStyle/>
          <a:p>
            <a:fld id="{8526A1E2-2366-458B-95BF-271E3A7BBCEA}" type="datetimeFigureOut">
              <a:rPr lang="fr-MA" smtClean="0"/>
              <a:t>13/05/2026</a:t>
            </a:fld>
            <a:endParaRPr lang="fr-MA"/>
          </a:p>
        </p:txBody>
      </p:sp>
      <p:sp>
        <p:nvSpPr>
          <p:cNvPr id="6" name="Espace réservé du pied de page 5">
            <a:extLst>
              <a:ext uri="{FF2B5EF4-FFF2-40B4-BE49-F238E27FC236}">
                <a16:creationId xmlns:a16="http://schemas.microsoft.com/office/drawing/2014/main" id="{D2277D8C-5F6B-0DA5-54B3-351EB5F4B35E}"/>
              </a:ext>
            </a:extLst>
          </p:cNvPr>
          <p:cNvSpPr>
            <a:spLocks noGrp="1"/>
          </p:cNvSpPr>
          <p:nvPr>
            <p:ph type="ftr" sz="quarter" idx="11"/>
          </p:nvPr>
        </p:nvSpPr>
        <p:spPr/>
        <p:txBody>
          <a:bodyPr/>
          <a:lstStyle/>
          <a:p>
            <a:endParaRPr lang="fr-MA"/>
          </a:p>
        </p:txBody>
      </p:sp>
      <p:sp>
        <p:nvSpPr>
          <p:cNvPr id="7" name="Espace réservé du numéro de diapositive 6">
            <a:extLst>
              <a:ext uri="{FF2B5EF4-FFF2-40B4-BE49-F238E27FC236}">
                <a16:creationId xmlns:a16="http://schemas.microsoft.com/office/drawing/2014/main" id="{1F1D6234-7108-85CC-B3AA-4547E398511A}"/>
              </a:ext>
            </a:extLst>
          </p:cNvPr>
          <p:cNvSpPr>
            <a:spLocks noGrp="1"/>
          </p:cNvSpPr>
          <p:nvPr>
            <p:ph type="sldNum" sz="quarter" idx="12"/>
          </p:nvPr>
        </p:nvSpPr>
        <p:spPr/>
        <p:txBody>
          <a:bodyPr/>
          <a:lstStyle/>
          <a:p>
            <a:fld id="{848637F1-8169-4354-B213-6C23A045EC35}" type="slidenum">
              <a:rPr lang="fr-MA" smtClean="0"/>
              <a:t>‹N°›</a:t>
            </a:fld>
            <a:endParaRPr lang="fr-MA"/>
          </a:p>
        </p:txBody>
      </p:sp>
    </p:spTree>
    <p:extLst>
      <p:ext uri="{BB962C8B-B14F-4D97-AF65-F5344CB8AC3E}">
        <p14:creationId xmlns:p14="http://schemas.microsoft.com/office/powerpoint/2010/main" val="29710750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0272FD-C889-345F-785C-E0174F3C210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MA"/>
          </a:p>
        </p:txBody>
      </p:sp>
      <p:sp>
        <p:nvSpPr>
          <p:cNvPr id="3" name="Espace réservé pour une image  2">
            <a:extLst>
              <a:ext uri="{FF2B5EF4-FFF2-40B4-BE49-F238E27FC236}">
                <a16:creationId xmlns:a16="http://schemas.microsoft.com/office/drawing/2014/main" id="{1D721C30-A410-58B3-CFEC-D61D6BB1C7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MA"/>
          </a:p>
        </p:txBody>
      </p:sp>
      <p:sp>
        <p:nvSpPr>
          <p:cNvPr id="4" name="Espace réservé du texte 3">
            <a:extLst>
              <a:ext uri="{FF2B5EF4-FFF2-40B4-BE49-F238E27FC236}">
                <a16:creationId xmlns:a16="http://schemas.microsoft.com/office/drawing/2014/main" id="{C98D8CE6-79EC-C6BA-4998-91D4F07B80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6EDDC64-EDA2-858C-1A6D-80ABFB300AA3}"/>
              </a:ext>
            </a:extLst>
          </p:cNvPr>
          <p:cNvSpPr>
            <a:spLocks noGrp="1"/>
          </p:cNvSpPr>
          <p:nvPr>
            <p:ph type="dt" sz="half" idx="10"/>
          </p:nvPr>
        </p:nvSpPr>
        <p:spPr/>
        <p:txBody>
          <a:bodyPr/>
          <a:lstStyle/>
          <a:p>
            <a:fld id="{8526A1E2-2366-458B-95BF-271E3A7BBCEA}" type="datetimeFigureOut">
              <a:rPr lang="fr-MA" smtClean="0"/>
              <a:t>13/05/2026</a:t>
            </a:fld>
            <a:endParaRPr lang="fr-MA"/>
          </a:p>
        </p:txBody>
      </p:sp>
      <p:sp>
        <p:nvSpPr>
          <p:cNvPr id="6" name="Espace réservé du pied de page 5">
            <a:extLst>
              <a:ext uri="{FF2B5EF4-FFF2-40B4-BE49-F238E27FC236}">
                <a16:creationId xmlns:a16="http://schemas.microsoft.com/office/drawing/2014/main" id="{A7058993-91BB-CB58-5FE6-0CEDE230A03A}"/>
              </a:ext>
            </a:extLst>
          </p:cNvPr>
          <p:cNvSpPr>
            <a:spLocks noGrp="1"/>
          </p:cNvSpPr>
          <p:nvPr>
            <p:ph type="ftr" sz="quarter" idx="11"/>
          </p:nvPr>
        </p:nvSpPr>
        <p:spPr/>
        <p:txBody>
          <a:bodyPr/>
          <a:lstStyle/>
          <a:p>
            <a:endParaRPr lang="fr-MA"/>
          </a:p>
        </p:txBody>
      </p:sp>
      <p:sp>
        <p:nvSpPr>
          <p:cNvPr id="7" name="Espace réservé du numéro de diapositive 6">
            <a:extLst>
              <a:ext uri="{FF2B5EF4-FFF2-40B4-BE49-F238E27FC236}">
                <a16:creationId xmlns:a16="http://schemas.microsoft.com/office/drawing/2014/main" id="{7670CB1D-85DC-AE5E-6F8A-740EA0BBB0C4}"/>
              </a:ext>
            </a:extLst>
          </p:cNvPr>
          <p:cNvSpPr>
            <a:spLocks noGrp="1"/>
          </p:cNvSpPr>
          <p:nvPr>
            <p:ph type="sldNum" sz="quarter" idx="12"/>
          </p:nvPr>
        </p:nvSpPr>
        <p:spPr/>
        <p:txBody>
          <a:bodyPr/>
          <a:lstStyle/>
          <a:p>
            <a:fld id="{848637F1-8169-4354-B213-6C23A045EC35}" type="slidenum">
              <a:rPr lang="fr-MA" smtClean="0"/>
              <a:t>‹N°›</a:t>
            </a:fld>
            <a:endParaRPr lang="fr-MA"/>
          </a:p>
        </p:txBody>
      </p:sp>
    </p:spTree>
    <p:extLst>
      <p:ext uri="{BB962C8B-B14F-4D97-AF65-F5344CB8AC3E}">
        <p14:creationId xmlns:p14="http://schemas.microsoft.com/office/powerpoint/2010/main" val="30453427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C49F83-F786-A007-E7F8-5D0CE6A01597}"/>
              </a:ext>
            </a:extLst>
          </p:cNvPr>
          <p:cNvSpPr>
            <a:spLocks noGrp="1"/>
          </p:cNvSpPr>
          <p:nvPr>
            <p:ph type="title"/>
          </p:nvPr>
        </p:nvSpPr>
        <p:spPr/>
        <p:txBody>
          <a:bodyPr/>
          <a:lstStyle/>
          <a:p>
            <a:r>
              <a:rPr lang="fr-FR"/>
              <a:t>Modifiez le style du titre</a:t>
            </a:r>
            <a:endParaRPr lang="fr-MA"/>
          </a:p>
        </p:txBody>
      </p:sp>
      <p:sp>
        <p:nvSpPr>
          <p:cNvPr id="3" name="Espace réservé du texte vertical 2">
            <a:extLst>
              <a:ext uri="{FF2B5EF4-FFF2-40B4-BE49-F238E27FC236}">
                <a16:creationId xmlns:a16="http://schemas.microsoft.com/office/drawing/2014/main" id="{D77DF27D-6FB7-3BA5-62DE-630A20AEB7E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e la date 3">
            <a:extLst>
              <a:ext uri="{FF2B5EF4-FFF2-40B4-BE49-F238E27FC236}">
                <a16:creationId xmlns:a16="http://schemas.microsoft.com/office/drawing/2014/main" id="{87943BF2-D513-C542-C175-9AECA1FA0BED}"/>
              </a:ext>
            </a:extLst>
          </p:cNvPr>
          <p:cNvSpPr>
            <a:spLocks noGrp="1"/>
          </p:cNvSpPr>
          <p:nvPr>
            <p:ph type="dt" sz="half" idx="10"/>
          </p:nvPr>
        </p:nvSpPr>
        <p:spPr/>
        <p:txBody>
          <a:bodyPr/>
          <a:lstStyle/>
          <a:p>
            <a:fld id="{8526A1E2-2366-458B-95BF-271E3A7BBCEA}" type="datetimeFigureOut">
              <a:rPr lang="fr-MA" smtClean="0"/>
              <a:t>13/05/2026</a:t>
            </a:fld>
            <a:endParaRPr lang="fr-MA"/>
          </a:p>
        </p:txBody>
      </p:sp>
      <p:sp>
        <p:nvSpPr>
          <p:cNvPr id="5" name="Espace réservé du pied de page 4">
            <a:extLst>
              <a:ext uri="{FF2B5EF4-FFF2-40B4-BE49-F238E27FC236}">
                <a16:creationId xmlns:a16="http://schemas.microsoft.com/office/drawing/2014/main" id="{675B64C7-1348-AC92-320E-51B028FDFCC1}"/>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02CCC32B-105A-5B8E-7F9D-4985F4266262}"/>
              </a:ext>
            </a:extLst>
          </p:cNvPr>
          <p:cNvSpPr>
            <a:spLocks noGrp="1"/>
          </p:cNvSpPr>
          <p:nvPr>
            <p:ph type="sldNum" sz="quarter" idx="12"/>
          </p:nvPr>
        </p:nvSpPr>
        <p:spPr/>
        <p:txBody>
          <a:bodyPr/>
          <a:lstStyle/>
          <a:p>
            <a:fld id="{848637F1-8169-4354-B213-6C23A045EC35}" type="slidenum">
              <a:rPr lang="fr-MA" smtClean="0"/>
              <a:t>‹N°›</a:t>
            </a:fld>
            <a:endParaRPr lang="fr-MA"/>
          </a:p>
        </p:txBody>
      </p:sp>
    </p:spTree>
    <p:extLst>
      <p:ext uri="{BB962C8B-B14F-4D97-AF65-F5344CB8AC3E}">
        <p14:creationId xmlns:p14="http://schemas.microsoft.com/office/powerpoint/2010/main" val="18824048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AFDB7187-B579-0C52-8556-4A4222FC6122}"/>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MA"/>
          </a:p>
        </p:txBody>
      </p:sp>
      <p:sp>
        <p:nvSpPr>
          <p:cNvPr id="3" name="Espace réservé du texte vertical 2">
            <a:extLst>
              <a:ext uri="{FF2B5EF4-FFF2-40B4-BE49-F238E27FC236}">
                <a16:creationId xmlns:a16="http://schemas.microsoft.com/office/drawing/2014/main" id="{4D6BDD36-9F79-9626-55B7-102569FCC2CE}"/>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e la date 3">
            <a:extLst>
              <a:ext uri="{FF2B5EF4-FFF2-40B4-BE49-F238E27FC236}">
                <a16:creationId xmlns:a16="http://schemas.microsoft.com/office/drawing/2014/main" id="{CCD3EBA1-E658-8F9F-A937-D51ED00F6146}"/>
              </a:ext>
            </a:extLst>
          </p:cNvPr>
          <p:cNvSpPr>
            <a:spLocks noGrp="1"/>
          </p:cNvSpPr>
          <p:nvPr>
            <p:ph type="dt" sz="half" idx="10"/>
          </p:nvPr>
        </p:nvSpPr>
        <p:spPr/>
        <p:txBody>
          <a:bodyPr/>
          <a:lstStyle/>
          <a:p>
            <a:fld id="{8526A1E2-2366-458B-95BF-271E3A7BBCEA}" type="datetimeFigureOut">
              <a:rPr lang="fr-MA" smtClean="0"/>
              <a:t>13/05/2026</a:t>
            </a:fld>
            <a:endParaRPr lang="fr-MA"/>
          </a:p>
        </p:txBody>
      </p:sp>
      <p:sp>
        <p:nvSpPr>
          <p:cNvPr id="5" name="Espace réservé du pied de page 4">
            <a:extLst>
              <a:ext uri="{FF2B5EF4-FFF2-40B4-BE49-F238E27FC236}">
                <a16:creationId xmlns:a16="http://schemas.microsoft.com/office/drawing/2014/main" id="{BD4AD4C2-0432-37CC-1828-BE3B3E1832B6}"/>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CF7ADE10-7A1E-1C2C-47A4-BFCE1432B021}"/>
              </a:ext>
            </a:extLst>
          </p:cNvPr>
          <p:cNvSpPr>
            <a:spLocks noGrp="1"/>
          </p:cNvSpPr>
          <p:nvPr>
            <p:ph type="sldNum" sz="quarter" idx="12"/>
          </p:nvPr>
        </p:nvSpPr>
        <p:spPr/>
        <p:txBody>
          <a:bodyPr/>
          <a:lstStyle/>
          <a:p>
            <a:fld id="{848637F1-8169-4354-B213-6C23A045EC35}" type="slidenum">
              <a:rPr lang="fr-MA" smtClean="0"/>
              <a:t>‹N°›</a:t>
            </a:fld>
            <a:endParaRPr lang="fr-MA"/>
          </a:p>
        </p:txBody>
      </p:sp>
    </p:spTree>
    <p:extLst>
      <p:ext uri="{BB962C8B-B14F-4D97-AF65-F5344CB8AC3E}">
        <p14:creationId xmlns:p14="http://schemas.microsoft.com/office/powerpoint/2010/main" val="3648448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8941B0-F4D5-4460-BCAD-F7E2B41A8257}" type="datetimeFigureOut">
              <a:rPr lang="fr-FR" smtClean="0"/>
              <a:t>13/05/2026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C6CCC6-2BE5-4E42-96A4-D1E8E81A3D8E}" type="slidenum">
              <a:rPr lang="fr-FR" smtClean="0"/>
              <a:t>‹N°›</a:t>
            </a:fld>
            <a:endParaRPr lang="fr-FR"/>
          </a:p>
        </p:txBody>
      </p:sp>
    </p:spTree>
    <p:extLst>
      <p:ext uri="{BB962C8B-B14F-4D97-AF65-F5344CB8AC3E}">
        <p14:creationId xmlns:p14="http://schemas.microsoft.com/office/powerpoint/2010/main" val="3071127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FE39359-469F-64BF-9FC6-4309FF7585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MA"/>
          </a:p>
        </p:txBody>
      </p:sp>
      <p:sp>
        <p:nvSpPr>
          <p:cNvPr id="3" name="Espace réservé du texte 2">
            <a:extLst>
              <a:ext uri="{FF2B5EF4-FFF2-40B4-BE49-F238E27FC236}">
                <a16:creationId xmlns:a16="http://schemas.microsoft.com/office/drawing/2014/main" id="{B5607DD5-2E20-0C46-F32F-C0FFF2216F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e la date 3">
            <a:extLst>
              <a:ext uri="{FF2B5EF4-FFF2-40B4-BE49-F238E27FC236}">
                <a16:creationId xmlns:a16="http://schemas.microsoft.com/office/drawing/2014/main" id="{D96E54DC-9E70-859B-15C4-DEFA7D63BB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26A1E2-2366-458B-95BF-271E3A7BBCEA}" type="datetimeFigureOut">
              <a:rPr lang="fr-MA" smtClean="0"/>
              <a:t>13/05/2026</a:t>
            </a:fld>
            <a:endParaRPr lang="fr-MA"/>
          </a:p>
        </p:txBody>
      </p:sp>
      <p:sp>
        <p:nvSpPr>
          <p:cNvPr id="5" name="Espace réservé du pied de page 4">
            <a:extLst>
              <a:ext uri="{FF2B5EF4-FFF2-40B4-BE49-F238E27FC236}">
                <a16:creationId xmlns:a16="http://schemas.microsoft.com/office/drawing/2014/main" id="{847EB8EF-0DC6-6AD5-4F96-443F2B3212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MA"/>
          </a:p>
        </p:txBody>
      </p:sp>
      <p:sp>
        <p:nvSpPr>
          <p:cNvPr id="6" name="Espace réservé du numéro de diapositive 5">
            <a:extLst>
              <a:ext uri="{FF2B5EF4-FFF2-40B4-BE49-F238E27FC236}">
                <a16:creationId xmlns:a16="http://schemas.microsoft.com/office/drawing/2014/main" id="{89F10582-FE33-E1A9-AA8C-7AD8DA5ED0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8637F1-8169-4354-B213-6C23A045EC35}" type="slidenum">
              <a:rPr lang="fr-MA" smtClean="0"/>
              <a:t>‹N°›</a:t>
            </a:fld>
            <a:endParaRPr lang="fr-MA"/>
          </a:p>
        </p:txBody>
      </p:sp>
    </p:spTree>
    <p:extLst>
      <p:ext uri="{BB962C8B-B14F-4D97-AF65-F5344CB8AC3E}">
        <p14:creationId xmlns:p14="http://schemas.microsoft.com/office/powerpoint/2010/main" val="41575999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p:cNvSpPr>
            <a:spLocks noGrp="1"/>
          </p:cNvSpPr>
          <p:nvPr>
            <p:ph type="ctrTitle"/>
          </p:nvPr>
        </p:nvSpPr>
        <p:spPr>
          <a:xfrm>
            <a:off x="483637" y="3888115"/>
            <a:ext cx="5723021" cy="2398713"/>
          </a:xfrm>
        </p:spPr>
        <p:txBody>
          <a:bodyPr vert="horz" lIns="91440" tIns="45720" rIns="91440" bIns="45720" rtlCol="0" anchor="ctr">
            <a:normAutofit/>
          </a:bodyPr>
          <a:lstStyle/>
          <a:p>
            <a:pPr algn="l"/>
            <a:r>
              <a:rPr lang="fr-FR" sz="4400" b="1" dirty="0"/>
              <a:t>Application Mobile  </a:t>
            </a:r>
            <a:r>
              <a:rPr lang="fr-FR" sz="4400" b="1" dirty="0" err="1"/>
              <a:t>ProgrammingQuiz</a:t>
            </a:r>
            <a:endParaRPr lang="en-US" sz="4400" b="1" kern="1200" dirty="0">
              <a:solidFill>
                <a:schemeClr val="tx1"/>
              </a:solidFill>
              <a:latin typeface="+mj-lt"/>
              <a:ea typeface="+mj-ea"/>
              <a:cs typeface="+mj-cs"/>
            </a:endParaRPr>
          </a:p>
        </p:txBody>
      </p:sp>
      <p:sp>
        <p:nvSpPr>
          <p:cNvPr id="3" name="Sous-titre 2"/>
          <p:cNvSpPr>
            <a:spLocks noGrp="1"/>
          </p:cNvSpPr>
          <p:nvPr>
            <p:ph type="subTitle" idx="1"/>
          </p:nvPr>
        </p:nvSpPr>
        <p:spPr>
          <a:xfrm>
            <a:off x="7712407" y="3884452"/>
            <a:ext cx="4324080" cy="2398713"/>
          </a:xfrm>
        </p:spPr>
        <p:txBody>
          <a:bodyPr vert="horz" lIns="91440" tIns="45720" rIns="91440" bIns="45720" rtlCol="0" anchor="ctr">
            <a:normAutofit/>
          </a:bodyPr>
          <a:lstStyle/>
          <a:p>
            <a:pPr algn="l"/>
            <a:r>
              <a:rPr lang="en-US" sz="2000" b="1" dirty="0" err="1"/>
              <a:t>Réalisé</a:t>
            </a:r>
            <a:r>
              <a:rPr lang="en-US" sz="2000" b="1" dirty="0"/>
              <a:t> par :</a:t>
            </a:r>
            <a:endParaRPr lang="en-US" sz="2000" dirty="0"/>
          </a:p>
          <a:p>
            <a:pPr indent="-228600" algn="l">
              <a:buFont typeface="Arial" panose="020B0604020202020204" pitchFamily="34" charset="0"/>
              <a:buChar char="•"/>
            </a:pPr>
            <a:r>
              <a:rPr lang="en-US" sz="2000" dirty="0"/>
              <a:t>El </a:t>
            </a:r>
            <a:r>
              <a:rPr lang="en-US" sz="2000" dirty="0" err="1"/>
              <a:t>Bidaoui</a:t>
            </a:r>
            <a:r>
              <a:rPr lang="en-US" sz="2000" dirty="0"/>
              <a:t> El Mehdi</a:t>
            </a:r>
          </a:p>
          <a:p>
            <a:pPr indent="-228600" algn="l">
              <a:buFont typeface="Arial" panose="020B0604020202020204" pitchFamily="34" charset="0"/>
              <a:buChar char="•"/>
            </a:pPr>
            <a:endParaRPr lang="en-US" sz="2000" dirty="0"/>
          </a:p>
          <a:p>
            <a:pPr algn="l"/>
            <a:r>
              <a:rPr lang="en-US" sz="2000" b="1" dirty="0" err="1"/>
              <a:t>Encadré</a:t>
            </a:r>
            <a:r>
              <a:rPr lang="en-US" sz="2000" b="1" dirty="0"/>
              <a:t> par :</a:t>
            </a:r>
          </a:p>
          <a:p>
            <a:pPr indent="-228600" algn="l">
              <a:buFont typeface="Arial" panose="020B0604020202020204" pitchFamily="34" charset="0"/>
              <a:buChar char="•"/>
            </a:pPr>
            <a:r>
              <a:rPr lang="en-US" sz="2000" dirty="0"/>
              <a:t>MR. </a:t>
            </a:r>
            <a:r>
              <a:rPr lang="en-US" sz="2000" dirty="0" err="1"/>
              <a:t>Bousmah</a:t>
            </a:r>
            <a:r>
              <a:rPr lang="en-US" sz="2000"/>
              <a:t> Mohammed</a:t>
            </a:r>
            <a:endParaRPr lang="en-US" sz="2000" dirty="0"/>
          </a:p>
        </p:txBody>
      </p:sp>
      <p:pic>
        <p:nvPicPr>
          <p:cNvPr id="8" name="Image 7">
            <a:extLst>
              <a:ext uri="{FF2B5EF4-FFF2-40B4-BE49-F238E27FC236}">
                <a16:creationId xmlns:a16="http://schemas.microsoft.com/office/drawing/2014/main" id="{A939A716-B6B8-0D87-E826-A99BF427AB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5746" y="-2311928"/>
            <a:ext cx="7920508" cy="7920508"/>
          </a:xfrm>
          <a:prstGeom prst="rect">
            <a:avLst/>
          </a:prstGeom>
        </p:spPr>
      </p:pic>
    </p:spTree>
    <p:extLst>
      <p:ext uri="{BB962C8B-B14F-4D97-AF65-F5344CB8AC3E}">
        <p14:creationId xmlns:p14="http://schemas.microsoft.com/office/powerpoint/2010/main" val="3784089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 name="Rectangle 2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Rectangle 2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17D4C1C-A6F0-7AAE-6081-08A9F92C4E1C}"/>
              </a:ext>
            </a:extLst>
          </p:cNvPr>
          <p:cNvSpPr>
            <a:spLocks noGrp="1"/>
          </p:cNvSpPr>
          <p:nvPr>
            <p:ph type="title"/>
          </p:nvPr>
        </p:nvSpPr>
        <p:spPr>
          <a:xfrm>
            <a:off x="1043631" y="809898"/>
            <a:ext cx="9942716" cy="1554480"/>
          </a:xfrm>
        </p:spPr>
        <p:txBody>
          <a:bodyPr anchor="ctr">
            <a:normAutofit/>
          </a:bodyPr>
          <a:lstStyle/>
          <a:p>
            <a:r>
              <a:rPr lang="fr-FR" sz="4800" dirty="0"/>
              <a:t>Introduction </a:t>
            </a:r>
          </a:p>
        </p:txBody>
      </p:sp>
      <p:sp>
        <p:nvSpPr>
          <p:cNvPr id="3" name="Espace réservé du contenu 2">
            <a:extLst>
              <a:ext uri="{FF2B5EF4-FFF2-40B4-BE49-F238E27FC236}">
                <a16:creationId xmlns:a16="http://schemas.microsoft.com/office/drawing/2014/main" id="{F5625894-327A-82B4-5658-230C76193D08}"/>
              </a:ext>
            </a:extLst>
          </p:cNvPr>
          <p:cNvSpPr>
            <a:spLocks noGrp="1"/>
          </p:cNvSpPr>
          <p:nvPr>
            <p:ph idx="1"/>
          </p:nvPr>
        </p:nvSpPr>
        <p:spPr>
          <a:xfrm>
            <a:off x="1045028" y="2476350"/>
            <a:ext cx="9941319" cy="3777802"/>
          </a:xfrm>
        </p:spPr>
        <p:txBody>
          <a:bodyPr vert="horz" lIns="91440" tIns="45720" rIns="91440" bIns="45720" rtlCol="0" anchor="ctr">
            <a:normAutofit/>
          </a:bodyPr>
          <a:lstStyle/>
          <a:p>
            <a:r>
              <a:rPr lang="fr-FR" sz="1800" dirty="0"/>
              <a:t>Dans le cadre de l’évolution des technologies mobiles et de l’apprentissage numérique, les applications éducatives jouent aujourd’hui un rôle essentiel dans la formation des étudiants et des développeurs. Elles permettent d’apprendre de manière interactive, flexible et accessible à tout moment.</a:t>
            </a:r>
          </a:p>
          <a:p>
            <a:r>
              <a:rPr lang="fr-FR" sz="1800" dirty="0"/>
              <a:t>Le projet </a:t>
            </a:r>
            <a:r>
              <a:rPr lang="fr-FR" sz="1800" dirty="0" err="1"/>
              <a:t>ProgrammingQuiz_Bidaoui</a:t>
            </a:r>
            <a:r>
              <a:rPr lang="fr-FR" sz="1800" dirty="0"/>
              <a:t> s’inscrit dans cette dynamique en proposant une application mobile Android dédiée à l’apprentissage de la programmation à travers des quiz interactifs. L’application vise à offrir une expérience d’apprentissage moderne combinant évaluation des connaissances et assistance pédagogique intelligente.</a:t>
            </a:r>
          </a:p>
          <a:p>
            <a:r>
              <a:rPr lang="fr-FR" sz="1800" dirty="0"/>
              <a:t>En effet, les apprenants en informatique rencontrent souvent des difficultés dans la compréhension de certains concepts de programmation et dans l’auto-évaluation de leurs compétences. Pour répondre à ce besoin, cette application intègre non seulement un système de quiz, mais également un </a:t>
            </a:r>
            <a:r>
              <a:rPr lang="fr-FR" sz="1800" dirty="0" err="1"/>
              <a:t>chatbot</a:t>
            </a:r>
            <a:r>
              <a:rPr lang="fr-FR" sz="1800" dirty="0"/>
              <a:t> intelligent basé sur l’intelligence artificielle afin d’accompagner l’utilisateur dans son apprentissage</a:t>
            </a:r>
          </a:p>
        </p:txBody>
      </p:sp>
      <p:cxnSp>
        <p:nvCxnSpPr>
          <p:cNvPr id="28" name="Straight Connector 2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3132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A4B8DB-5917-7A86-663F-D754AB873E53}"/>
              </a:ext>
            </a:extLst>
          </p:cNvPr>
          <p:cNvSpPr>
            <a:spLocks noGrp="1"/>
          </p:cNvSpPr>
          <p:nvPr>
            <p:ph type="title"/>
          </p:nvPr>
        </p:nvSpPr>
        <p:spPr/>
        <p:txBody>
          <a:bodyPr/>
          <a:lstStyle/>
          <a:p>
            <a:r>
              <a:rPr lang="fr-FR" dirty="0"/>
              <a:t>Plan</a:t>
            </a:r>
          </a:p>
        </p:txBody>
      </p:sp>
      <p:graphicFrame>
        <p:nvGraphicFramePr>
          <p:cNvPr id="5" name="Espace réservé du contenu 2">
            <a:extLst>
              <a:ext uri="{FF2B5EF4-FFF2-40B4-BE49-F238E27FC236}">
                <a16:creationId xmlns:a16="http://schemas.microsoft.com/office/drawing/2014/main" id="{70B564ED-A3D8-0FF1-397D-BB4CEBBED5C1}"/>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101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1">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3">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5" name="Rectangle 24">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25">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7664519-3BC7-106E-1A9A-6BD36776C440}"/>
              </a:ext>
            </a:extLst>
          </p:cNvPr>
          <p:cNvSpPr>
            <a:spLocks noGrp="1"/>
          </p:cNvSpPr>
          <p:nvPr>
            <p:ph type="title"/>
          </p:nvPr>
        </p:nvSpPr>
        <p:spPr>
          <a:xfrm>
            <a:off x="1282963" y="771552"/>
            <a:ext cx="9849751" cy="1349671"/>
          </a:xfrm>
        </p:spPr>
        <p:txBody>
          <a:bodyPr anchor="b">
            <a:normAutofit/>
          </a:bodyPr>
          <a:lstStyle/>
          <a:p>
            <a:r>
              <a:rPr lang="fr-FR" sz="5400" dirty="0">
                <a:ea typeface="+mj-lt"/>
                <a:cs typeface="+mj-lt"/>
              </a:rPr>
              <a:t>Problématique</a:t>
            </a:r>
            <a:endParaRPr lang="fr-FR" sz="5400" dirty="0"/>
          </a:p>
          <a:p>
            <a:endParaRPr lang="fr-FR" sz="5400" dirty="0"/>
          </a:p>
        </p:txBody>
      </p:sp>
      <p:sp>
        <p:nvSpPr>
          <p:cNvPr id="3" name="Espace réservé du contenu 2">
            <a:extLst>
              <a:ext uri="{FF2B5EF4-FFF2-40B4-BE49-F238E27FC236}">
                <a16:creationId xmlns:a16="http://schemas.microsoft.com/office/drawing/2014/main" id="{364AF488-82EC-117F-6386-0257DA61AFC1}"/>
              </a:ext>
            </a:extLst>
          </p:cNvPr>
          <p:cNvSpPr>
            <a:spLocks noGrp="1"/>
          </p:cNvSpPr>
          <p:nvPr>
            <p:ph idx="1"/>
          </p:nvPr>
        </p:nvSpPr>
        <p:spPr>
          <a:xfrm>
            <a:off x="1289304" y="1707507"/>
            <a:ext cx="10273253" cy="4437162"/>
          </a:xfrm>
        </p:spPr>
        <p:txBody>
          <a:bodyPr vert="horz" lIns="91440" tIns="45720" rIns="91440" bIns="45720" rtlCol="0" anchor="ctr">
            <a:normAutofit/>
          </a:bodyPr>
          <a:lstStyle/>
          <a:p>
            <a:r>
              <a:rPr lang="fr-FR" sz="2000" dirty="0"/>
              <a:t>L’apprentissage de la programmation constitue une étape essentielle dans le domaine de l’informatique, mais il reste souvent complexe pour les débutants. Les étudiants rencontrent fréquemment des difficultés à comprendre certains concepts fondamentaux, à s’entraîner régulièrement et à évaluer efficacement leurs compétences.</a:t>
            </a:r>
          </a:p>
          <a:p>
            <a:r>
              <a:rPr lang="fr-FR" sz="2000" dirty="0"/>
              <a:t>Les méthodes d’apprentissage traditionnelles (cours théoriques, exercices statiques) ne sont pas toujours suffisantes pour assurer une compréhension approfondie. De plus, les plateformes existantes de quiz ne proposent pas systématiquement un accompagnement personnalisé ni des explications détaillées après les réponses.</a:t>
            </a:r>
          </a:p>
        </p:txBody>
      </p:sp>
    </p:spTree>
    <p:extLst>
      <p:ext uri="{BB962C8B-B14F-4D97-AF65-F5344CB8AC3E}">
        <p14:creationId xmlns:p14="http://schemas.microsoft.com/office/powerpoint/2010/main" val="997404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98E2E9B1-C9C0-2395-A0ED-D82C5242913A}"/>
              </a:ext>
            </a:extLst>
          </p:cNvPr>
          <p:cNvSpPr>
            <a:spLocks noGrp="1"/>
          </p:cNvSpPr>
          <p:nvPr>
            <p:ph type="title"/>
          </p:nvPr>
        </p:nvSpPr>
        <p:spPr>
          <a:xfrm>
            <a:off x="1371597" y="348865"/>
            <a:ext cx="10044023" cy="877729"/>
          </a:xfrm>
        </p:spPr>
        <p:txBody>
          <a:bodyPr anchor="ctr">
            <a:normAutofit/>
          </a:bodyPr>
          <a:lstStyle/>
          <a:p>
            <a:r>
              <a:rPr lang="fr-FR" sz="4000" dirty="0">
                <a:solidFill>
                  <a:srgbClr val="FFFFFF"/>
                </a:solidFill>
                <a:ea typeface="+mj-lt"/>
                <a:cs typeface="+mj-lt"/>
              </a:rPr>
              <a:t>Objectif</a:t>
            </a:r>
            <a:endParaRPr lang="fr-FR" sz="4000" dirty="0">
              <a:solidFill>
                <a:srgbClr val="FFFFFF"/>
              </a:solidFill>
            </a:endParaRPr>
          </a:p>
          <a:p>
            <a:endParaRPr lang="fr-FR" sz="4000" dirty="0">
              <a:solidFill>
                <a:srgbClr val="FFFFFF"/>
              </a:solidFill>
            </a:endParaRPr>
          </a:p>
        </p:txBody>
      </p:sp>
      <p:graphicFrame>
        <p:nvGraphicFramePr>
          <p:cNvPr id="19" name="Espace réservé du contenu 2">
            <a:extLst>
              <a:ext uri="{FF2B5EF4-FFF2-40B4-BE49-F238E27FC236}">
                <a16:creationId xmlns:a16="http://schemas.microsoft.com/office/drawing/2014/main" id="{809C0AA7-04D4-2FB7-C8FC-577BBDC0BC8F}"/>
              </a:ext>
            </a:extLst>
          </p:cNvPr>
          <p:cNvGraphicFramePr>
            <a:graphicFrameLocks noGrp="1"/>
          </p:cNvGraphicFramePr>
          <p:nvPr>
            <p:ph idx="1"/>
            <p:extLst>
              <p:ext uri="{D42A27DB-BD31-4B8C-83A1-F6EECF244321}">
                <p14:modId xmlns:p14="http://schemas.microsoft.com/office/powerpoint/2010/main" val="424412838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80400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2FF098-32D6-6148-FBF0-793B2C1EC8ED}"/>
              </a:ext>
            </a:extLst>
          </p:cNvPr>
          <p:cNvSpPr>
            <a:spLocks noGrp="1"/>
          </p:cNvSpPr>
          <p:nvPr>
            <p:ph type="title"/>
          </p:nvPr>
        </p:nvSpPr>
        <p:spPr/>
        <p:txBody>
          <a:bodyPr/>
          <a:lstStyle/>
          <a:p>
            <a:r>
              <a:rPr lang="fr-FR" dirty="0">
                <a:ea typeface="+mj-lt"/>
                <a:cs typeface="+mj-lt"/>
              </a:rPr>
              <a:t>Fonctionnalités Principales</a:t>
            </a:r>
            <a:endParaRPr lang="fr-FR" dirty="0"/>
          </a:p>
          <a:p>
            <a:endParaRPr lang="fr-FR" dirty="0"/>
          </a:p>
        </p:txBody>
      </p:sp>
      <p:graphicFrame>
        <p:nvGraphicFramePr>
          <p:cNvPr id="6" name="Espace réservé du contenu 3">
            <a:extLst>
              <a:ext uri="{FF2B5EF4-FFF2-40B4-BE49-F238E27FC236}">
                <a16:creationId xmlns:a16="http://schemas.microsoft.com/office/drawing/2014/main" id="{0CEBE0BA-86B0-85E3-861B-DDC897F3DFC0}"/>
              </a:ext>
            </a:extLst>
          </p:cNvPr>
          <p:cNvGraphicFramePr>
            <a:graphicFrameLocks noGrp="1"/>
          </p:cNvGraphicFramePr>
          <p:nvPr>
            <p:ph idx="1"/>
            <p:extLst>
              <p:ext uri="{D42A27DB-BD31-4B8C-83A1-F6EECF244321}">
                <p14:modId xmlns:p14="http://schemas.microsoft.com/office/powerpoint/2010/main" val="422898418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80564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1293230-B0F6-45B1-96D1-13D18E2429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DB74BAD7-F0FC-4719-A31F-1ABDB621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48215" cy="6857999"/>
          </a:xfrm>
          <a:custGeom>
            <a:avLst/>
            <a:gdLst>
              <a:gd name="connsiteX0" fmla="*/ 0 w 9024730"/>
              <a:gd name="connsiteY0" fmla="*/ 0 h 6857999"/>
              <a:gd name="connsiteX1" fmla="*/ 9024730 w 9024730"/>
              <a:gd name="connsiteY1" fmla="*/ 0 h 6857999"/>
              <a:gd name="connsiteX2" fmla="*/ 9024730 w 9024730"/>
              <a:gd name="connsiteY2" fmla="*/ 2 h 6857999"/>
              <a:gd name="connsiteX3" fmla="*/ 8447016 w 9024730"/>
              <a:gd name="connsiteY3" fmla="*/ 2 h 6857999"/>
              <a:gd name="connsiteX4" fmla="*/ 8441214 w 9024730"/>
              <a:gd name="connsiteY4" fmla="*/ 14562 h 6857999"/>
              <a:gd name="connsiteX5" fmla="*/ 8445389 w 9024730"/>
              <a:gd name="connsiteY5" fmla="*/ 59077 h 6857999"/>
              <a:gd name="connsiteX6" fmla="*/ 8437086 w 9024730"/>
              <a:gd name="connsiteY6" fmla="*/ 107668 h 6857999"/>
              <a:gd name="connsiteX7" fmla="*/ 8458599 w 9024730"/>
              <a:gd name="connsiteY7" fmla="*/ 246136 h 6857999"/>
              <a:gd name="connsiteX8" fmla="*/ 8433237 w 9024730"/>
              <a:gd name="connsiteY8" fmla="*/ 372908 h 6857999"/>
              <a:gd name="connsiteX9" fmla="*/ 8430194 w 9024730"/>
              <a:gd name="connsiteY9" fmla="*/ 450607 h 6857999"/>
              <a:gd name="connsiteX10" fmla="*/ 8443315 w 9024730"/>
              <a:gd name="connsiteY10" fmla="*/ 812800 h 6857999"/>
              <a:gd name="connsiteX11" fmla="*/ 8453042 w 9024730"/>
              <a:gd name="connsiteY11" fmla="*/ 912727 h 6857999"/>
              <a:gd name="connsiteX12" fmla="*/ 8451649 w 9024730"/>
              <a:gd name="connsiteY12" fmla="*/ 989950 h 6857999"/>
              <a:gd name="connsiteX13" fmla="*/ 8455592 w 9024730"/>
              <a:gd name="connsiteY13" fmla="*/ 1141745 h 6857999"/>
              <a:gd name="connsiteX14" fmla="*/ 8470203 w 9024730"/>
              <a:gd name="connsiteY14" fmla="*/ 1265454 h 6857999"/>
              <a:gd name="connsiteX15" fmla="*/ 8499638 w 9024730"/>
              <a:gd name="connsiteY15" fmla="*/ 1385480 h 6857999"/>
              <a:gd name="connsiteX16" fmla="*/ 8518660 w 9024730"/>
              <a:gd name="connsiteY16" fmla="*/ 1458060 h 6857999"/>
              <a:gd name="connsiteX17" fmla="*/ 8539125 w 9024730"/>
              <a:gd name="connsiteY17" fmla="*/ 1513175 h 6857999"/>
              <a:gd name="connsiteX18" fmla="*/ 8570281 w 9024730"/>
              <a:gd name="connsiteY18" fmla="*/ 1570809 h 6857999"/>
              <a:gd name="connsiteX19" fmla="*/ 8605212 w 9024730"/>
              <a:gd name="connsiteY19" fmla="*/ 1638391 h 6857999"/>
              <a:gd name="connsiteX20" fmla="*/ 8626457 w 9024730"/>
              <a:gd name="connsiteY20" fmla="*/ 1742490 h 6857999"/>
              <a:gd name="connsiteX21" fmla="*/ 8654861 w 9024730"/>
              <a:gd name="connsiteY21" fmla="*/ 1818229 h 6857999"/>
              <a:gd name="connsiteX22" fmla="*/ 8648005 w 9024730"/>
              <a:gd name="connsiteY22" fmla="*/ 1862723 h 6857999"/>
              <a:gd name="connsiteX23" fmla="*/ 8654469 w 9024730"/>
              <a:gd name="connsiteY23" fmla="*/ 1917476 h 6857999"/>
              <a:gd name="connsiteX24" fmla="*/ 8649702 w 9024730"/>
              <a:gd name="connsiteY24" fmla="*/ 1972204 h 6857999"/>
              <a:gd name="connsiteX25" fmla="*/ 8656357 w 9024730"/>
              <a:gd name="connsiteY25" fmla="*/ 2054291 h 6857999"/>
              <a:gd name="connsiteX26" fmla="*/ 8648660 w 9024730"/>
              <a:gd name="connsiteY26" fmla="*/ 2227417 h 6857999"/>
              <a:gd name="connsiteX27" fmla="*/ 8607609 w 9024730"/>
              <a:gd name="connsiteY27" fmla="*/ 2510933 h 6857999"/>
              <a:gd name="connsiteX28" fmla="*/ 8608432 w 9024730"/>
              <a:gd name="connsiteY28" fmla="*/ 2741866 h 6857999"/>
              <a:gd name="connsiteX29" fmla="*/ 8619112 w 9024730"/>
              <a:gd name="connsiteY29" fmla="*/ 2864935 h 6857999"/>
              <a:gd name="connsiteX30" fmla="*/ 8627742 w 9024730"/>
              <a:gd name="connsiteY30" fmla="*/ 2950807 h 6857999"/>
              <a:gd name="connsiteX31" fmla="*/ 8611822 w 9024730"/>
              <a:gd name="connsiteY31" fmla="*/ 2978246 h 6857999"/>
              <a:gd name="connsiteX32" fmla="*/ 8608239 w 9024730"/>
              <a:gd name="connsiteY32" fmla="*/ 2995916 h 6857999"/>
              <a:gd name="connsiteX33" fmla="*/ 8598647 w 9024730"/>
              <a:gd name="connsiteY33" fmla="*/ 2998648 h 6857999"/>
              <a:gd name="connsiteX34" fmla="*/ 8587108 w 9024730"/>
              <a:gd name="connsiteY34" fmla="*/ 3023630 h 6857999"/>
              <a:gd name="connsiteX35" fmla="*/ 8577885 w 9024730"/>
              <a:gd name="connsiteY35" fmla="*/ 3096975 h 6857999"/>
              <a:gd name="connsiteX36" fmla="*/ 8557492 w 9024730"/>
              <a:gd name="connsiteY36" fmla="*/ 3216657 h 6857999"/>
              <a:gd name="connsiteX37" fmla="*/ 8560894 w 9024730"/>
              <a:gd name="connsiteY37" fmla="*/ 3310980 h 6857999"/>
              <a:gd name="connsiteX38" fmla="*/ 8547852 w 9024730"/>
              <a:gd name="connsiteY38" fmla="*/ 3344725 h 6857999"/>
              <a:gd name="connsiteX39" fmla="*/ 8535427 w 9024730"/>
              <a:gd name="connsiteY39" fmla="*/ 3393250 h 6857999"/>
              <a:gd name="connsiteX40" fmla="*/ 8520092 w 9024730"/>
              <a:gd name="connsiteY40" fmla="*/ 3514536 h 6857999"/>
              <a:gd name="connsiteX41" fmla="*/ 8497231 w 9024730"/>
              <a:gd name="connsiteY41" fmla="*/ 3686149 h 6857999"/>
              <a:gd name="connsiteX42" fmla="*/ 8489799 w 9024730"/>
              <a:gd name="connsiteY42" fmla="*/ 3692208 h 6857999"/>
              <a:gd name="connsiteX43" fmla="*/ 8475804 w 9024730"/>
              <a:gd name="connsiteY43" fmla="*/ 3776022 h 6857999"/>
              <a:gd name="connsiteX44" fmla="*/ 8471279 w 9024730"/>
              <a:gd name="connsiteY44" fmla="*/ 3977138 h 6857999"/>
              <a:gd name="connsiteX45" fmla="*/ 8408913 w 9024730"/>
              <a:gd name="connsiteY45" fmla="*/ 4222149 h 6857999"/>
              <a:gd name="connsiteX46" fmla="*/ 8402112 w 9024730"/>
              <a:gd name="connsiteY46" fmla="*/ 4364683 h 6857999"/>
              <a:gd name="connsiteX47" fmla="*/ 8393355 w 9024730"/>
              <a:gd name="connsiteY47" fmla="*/ 4462471 h 6857999"/>
              <a:gd name="connsiteX48" fmla="*/ 8376166 w 9024730"/>
              <a:gd name="connsiteY48" fmla="*/ 4574052 h 6857999"/>
              <a:gd name="connsiteX49" fmla="*/ 8341678 w 9024730"/>
              <a:gd name="connsiteY49" fmla="*/ 4667756 h 6857999"/>
              <a:gd name="connsiteX50" fmla="*/ 8273661 w 9024730"/>
              <a:gd name="connsiteY50" fmla="*/ 4799019 h 6857999"/>
              <a:gd name="connsiteX51" fmla="*/ 8256132 w 9024730"/>
              <a:gd name="connsiteY51" fmla="*/ 4849614 h 6857999"/>
              <a:gd name="connsiteX52" fmla="*/ 8226804 w 9024730"/>
              <a:gd name="connsiteY52" fmla="*/ 4919971 h 6857999"/>
              <a:gd name="connsiteX53" fmla="*/ 8171825 w 9024730"/>
              <a:gd name="connsiteY53" fmla="*/ 5010766 h 6857999"/>
              <a:gd name="connsiteX54" fmla="*/ 8143172 w 9024730"/>
              <a:gd name="connsiteY54" fmla="*/ 5088190 h 6857999"/>
              <a:gd name="connsiteX55" fmla="*/ 8126363 w 9024730"/>
              <a:gd name="connsiteY55" fmla="*/ 5143922 h 6857999"/>
              <a:gd name="connsiteX56" fmla="*/ 8103782 w 9024730"/>
              <a:gd name="connsiteY56" fmla="*/ 5284346 h 6857999"/>
              <a:gd name="connsiteX57" fmla="*/ 8084361 w 9024730"/>
              <a:gd name="connsiteY57" fmla="*/ 5390948 h 6857999"/>
              <a:gd name="connsiteX58" fmla="*/ 8062552 w 9024730"/>
              <a:gd name="connsiteY58" fmla="*/ 5470854 h 6857999"/>
              <a:gd name="connsiteX59" fmla="*/ 8057342 w 9024730"/>
              <a:gd name="connsiteY59" fmla="*/ 5529643 h 6857999"/>
              <a:gd name="connsiteX60" fmla="*/ 8044923 w 9024730"/>
              <a:gd name="connsiteY60" fmla="*/ 5597292 h 6857999"/>
              <a:gd name="connsiteX61" fmla="*/ 8035233 w 9024730"/>
              <a:gd name="connsiteY61" fmla="*/ 5608899 h 6857999"/>
              <a:gd name="connsiteX62" fmla="*/ 8018178 w 9024730"/>
              <a:gd name="connsiteY62" fmla="*/ 5684911 h 6857999"/>
              <a:gd name="connsiteX63" fmla="*/ 8018018 w 9024730"/>
              <a:gd name="connsiteY63" fmla="*/ 5755776 h 6857999"/>
              <a:gd name="connsiteX64" fmla="*/ 8008640 w 9024730"/>
              <a:gd name="connsiteY64" fmla="*/ 5889599 h 6857999"/>
              <a:gd name="connsiteX65" fmla="*/ 8013542 w 9024730"/>
              <a:gd name="connsiteY65" fmla="*/ 5989744 h 6857999"/>
              <a:gd name="connsiteX66" fmla="*/ 7980757 w 9024730"/>
              <a:gd name="connsiteY66" fmla="*/ 6084926 h 6857999"/>
              <a:gd name="connsiteX67" fmla="*/ 7975907 w 9024730"/>
              <a:gd name="connsiteY67" fmla="*/ 6346549 h 6857999"/>
              <a:gd name="connsiteX68" fmla="*/ 7974221 w 9024730"/>
              <a:gd name="connsiteY68" fmla="*/ 6527527 h 6857999"/>
              <a:gd name="connsiteX69" fmla="*/ 7979135 w 9024730"/>
              <a:gd name="connsiteY69" fmla="*/ 6627129 h 6857999"/>
              <a:gd name="connsiteX70" fmla="*/ 7979404 w 9024730"/>
              <a:gd name="connsiteY70" fmla="*/ 6694819 h 6857999"/>
              <a:gd name="connsiteX71" fmla="*/ 8009526 w 9024730"/>
              <a:gd name="connsiteY71" fmla="*/ 6765445 h 6857999"/>
              <a:gd name="connsiteX72" fmla="*/ 8018211 w 9024730"/>
              <a:gd name="connsiteY72" fmla="*/ 6844697 h 6857999"/>
              <a:gd name="connsiteX73" fmla="*/ 8019608 w 9024730"/>
              <a:gd name="connsiteY73" fmla="*/ 6857999 h 6857999"/>
              <a:gd name="connsiteX74" fmla="*/ 0 w 9024730"/>
              <a:gd name="connsiteY74"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9024730" h="6857999">
                <a:moveTo>
                  <a:pt x="0" y="0"/>
                </a:moveTo>
                <a:lnTo>
                  <a:pt x="9024730" y="0"/>
                </a:lnTo>
                <a:lnTo>
                  <a:pt x="9024730" y="2"/>
                </a:lnTo>
                <a:lnTo>
                  <a:pt x="8447016" y="2"/>
                </a:lnTo>
                <a:lnTo>
                  <a:pt x="8441214" y="14562"/>
                </a:lnTo>
                <a:lnTo>
                  <a:pt x="8445389" y="59077"/>
                </a:lnTo>
                <a:cubicBezTo>
                  <a:pt x="8445971" y="76949"/>
                  <a:pt x="8436504" y="89796"/>
                  <a:pt x="8437086" y="107668"/>
                </a:cubicBezTo>
                <a:cubicBezTo>
                  <a:pt x="8417947" y="138162"/>
                  <a:pt x="8459241" y="201929"/>
                  <a:pt x="8458599" y="246136"/>
                </a:cubicBezTo>
                <a:cubicBezTo>
                  <a:pt x="8457958" y="290343"/>
                  <a:pt x="8471649" y="364179"/>
                  <a:pt x="8433237" y="372908"/>
                </a:cubicBezTo>
                <a:cubicBezTo>
                  <a:pt x="8426916" y="431308"/>
                  <a:pt x="8438389" y="357606"/>
                  <a:pt x="8430194" y="450607"/>
                </a:cubicBezTo>
                <a:cubicBezTo>
                  <a:pt x="8466727" y="551950"/>
                  <a:pt x="8430182" y="787036"/>
                  <a:pt x="8443315" y="812800"/>
                </a:cubicBezTo>
                <a:cubicBezTo>
                  <a:pt x="8478999" y="860799"/>
                  <a:pt x="8435788" y="854953"/>
                  <a:pt x="8453042" y="912727"/>
                </a:cubicBezTo>
                <a:cubicBezTo>
                  <a:pt x="8462900" y="945986"/>
                  <a:pt x="8451223" y="951781"/>
                  <a:pt x="8451649" y="989950"/>
                </a:cubicBezTo>
                <a:cubicBezTo>
                  <a:pt x="8452074" y="1028120"/>
                  <a:pt x="8452500" y="1095828"/>
                  <a:pt x="8455592" y="1141745"/>
                </a:cubicBezTo>
                <a:cubicBezTo>
                  <a:pt x="8458684" y="1187662"/>
                  <a:pt x="8470047" y="1234783"/>
                  <a:pt x="8470203" y="1265454"/>
                </a:cubicBezTo>
                <a:cubicBezTo>
                  <a:pt x="8458947" y="1304052"/>
                  <a:pt x="8496012" y="1370755"/>
                  <a:pt x="8499638" y="1385480"/>
                </a:cubicBezTo>
                <a:cubicBezTo>
                  <a:pt x="8514485" y="1422714"/>
                  <a:pt x="8525070" y="1428103"/>
                  <a:pt x="8518660" y="1458060"/>
                </a:cubicBezTo>
                <a:cubicBezTo>
                  <a:pt x="8518783" y="1468057"/>
                  <a:pt x="8539003" y="1503177"/>
                  <a:pt x="8539125" y="1513175"/>
                </a:cubicBezTo>
                <a:lnTo>
                  <a:pt x="8570281" y="1570809"/>
                </a:lnTo>
                <a:cubicBezTo>
                  <a:pt x="8597636" y="1617136"/>
                  <a:pt x="8594573" y="1601443"/>
                  <a:pt x="8605212" y="1638391"/>
                </a:cubicBezTo>
                <a:cubicBezTo>
                  <a:pt x="8629645" y="1719640"/>
                  <a:pt x="8613884" y="1715203"/>
                  <a:pt x="8626457" y="1742490"/>
                </a:cubicBezTo>
                <a:lnTo>
                  <a:pt x="8654861" y="1818229"/>
                </a:lnTo>
                <a:cubicBezTo>
                  <a:pt x="8657202" y="1824059"/>
                  <a:pt x="8651899" y="1851211"/>
                  <a:pt x="8648005" y="1862723"/>
                </a:cubicBezTo>
                <a:lnTo>
                  <a:pt x="8654469" y="1917476"/>
                </a:lnTo>
                <a:lnTo>
                  <a:pt x="8649702" y="1972204"/>
                </a:lnTo>
                <a:cubicBezTo>
                  <a:pt x="8652251" y="1979569"/>
                  <a:pt x="8651461" y="2048203"/>
                  <a:pt x="8656357" y="2054291"/>
                </a:cubicBezTo>
                <a:cubicBezTo>
                  <a:pt x="8672645" y="2141657"/>
                  <a:pt x="8632397" y="2189849"/>
                  <a:pt x="8648660" y="2227417"/>
                </a:cubicBezTo>
                <a:cubicBezTo>
                  <a:pt x="8639941" y="2317591"/>
                  <a:pt x="8613796" y="2407644"/>
                  <a:pt x="8607609" y="2510933"/>
                </a:cubicBezTo>
                <a:cubicBezTo>
                  <a:pt x="8633490" y="2597916"/>
                  <a:pt x="8602674" y="2649734"/>
                  <a:pt x="8608432" y="2741866"/>
                </a:cubicBezTo>
                <a:cubicBezTo>
                  <a:pt x="8630300" y="2779815"/>
                  <a:pt x="8631929" y="2817058"/>
                  <a:pt x="8619112" y="2864935"/>
                </a:cubicBezTo>
                <a:cubicBezTo>
                  <a:pt x="8655820" y="2860552"/>
                  <a:pt x="8588374" y="2937673"/>
                  <a:pt x="8627742" y="2950807"/>
                </a:cubicBezTo>
                <a:lnTo>
                  <a:pt x="8611822" y="2978246"/>
                </a:lnTo>
                <a:lnTo>
                  <a:pt x="8608239" y="2995916"/>
                </a:lnTo>
                <a:lnTo>
                  <a:pt x="8598647" y="2998648"/>
                </a:lnTo>
                <a:lnTo>
                  <a:pt x="8587108" y="3023630"/>
                </a:lnTo>
                <a:cubicBezTo>
                  <a:pt x="8584111" y="3033333"/>
                  <a:pt x="8577413" y="3084375"/>
                  <a:pt x="8577885" y="3096975"/>
                </a:cubicBezTo>
                <a:cubicBezTo>
                  <a:pt x="8594321" y="3142205"/>
                  <a:pt x="8535131" y="3160433"/>
                  <a:pt x="8557492" y="3216657"/>
                </a:cubicBezTo>
                <a:cubicBezTo>
                  <a:pt x="8562518" y="3237178"/>
                  <a:pt x="8573573" y="3299737"/>
                  <a:pt x="8560894" y="3310980"/>
                </a:cubicBezTo>
                <a:cubicBezTo>
                  <a:pt x="8557601" y="3323902"/>
                  <a:pt x="8561083" y="3339340"/>
                  <a:pt x="8547852" y="3344725"/>
                </a:cubicBezTo>
                <a:cubicBezTo>
                  <a:pt x="8531788" y="3353908"/>
                  <a:pt x="8553430" y="3400659"/>
                  <a:pt x="8535427" y="3393250"/>
                </a:cubicBezTo>
                <a:cubicBezTo>
                  <a:pt x="8550195" y="3426421"/>
                  <a:pt x="8529553" y="3487753"/>
                  <a:pt x="8520092" y="3514536"/>
                </a:cubicBezTo>
                <a:cubicBezTo>
                  <a:pt x="8513726" y="3563353"/>
                  <a:pt x="8500070" y="3650327"/>
                  <a:pt x="8497231" y="3686149"/>
                </a:cubicBezTo>
                <a:cubicBezTo>
                  <a:pt x="8494574" y="3687657"/>
                  <a:pt x="8493370" y="3677229"/>
                  <a:pt x="8489799" y="3692208"/>
                </a:cubicBezTo>
                <a:cubicBezTo>
                  <a:pt x="8486228" y="3707187"/>
                  <a:pt x="8465938" y="3757479"/>
                  <a:pt x="8475804" y="3776022"/>
                </a:cubicBezTo>
                <a:cubicBezTo>
                  <a:pt x="8441061" y="3875691"/>
                  <a:pt x="8487451" y="3939839"/>
                  <a:pt x="8471279" y="3977138"/>
                </a:cubicBezTo>
                <a:cubicBezTo>
                  <a:pt x="8465599" y="4067300"/>
                  <a:pt x="8419685" y="4164564"/>
                  <a:pt x="8408913" y="4222149"/>
                </a:cubicBezTo>
                <a:cubicBezTo>
                  <a:pt x="8403583" y="4287917"/>
                  <a:pt x="8398240" y="4339232"/>
                  <a:pt x="8402112" y="4364683"/>
                </a:cubicBezTo>
                <a:lnTo>
                  <a:pt x="8393355" y="4462471"/>
                </a:lnTo>
                <a:cubicBezTo>
                  <a:pt x="8396004" y="4503329"/>
                  <a:pt x="8376320" y="4548111"/>
                  <a:pt x="8376166" y="4574052"/>
                </a:cubicBezTo>
                <a:cubicBezTo>
                  <a:pt x="8369380" y="4670665"/>
                  <a:pt x="8352302" y="4649921"/>
                  <a:pt x="8341678" y="4667756"/>
                </a:cubicBezTo>
                <a:cubicBezTo>
                  <a:pt x="8320864" y="4705850"/>
                  <a:pt x="8290794" y="4758928"/>
                  <a:pt x="8273661" y="4799019"/>
                </a:cubicBezTo>
                <a:cubicBezTo>
                  <a:pt x="8254323" y="4834076"/>
                  <a:pt x="8262378" y="4811645"/>
                  <a:pt x="8256132" y="4849614"/>
                </a:cubicBezTo>
                <a:cubicBezTo>
                  <a:pt x="8239320" y="4853334"/>
                  <a:pt x="8207060" y="4883089"/>
                  <a:pt x="8226804" y="4919971"/>
                </a:cubicBezTo>
                <a:lnTo>
                  <a:pt x="8171825" y="5010766"/>
                </a:lnTo>
                <a:cubicBezTo>
                  <a:pt x="8150097" y="4983259"/>
                  <a:pt x="8165842" y="5107656"/>
                  <a:pt x="8143172" y="5088190"/>
                </a:cubicBezTo>
                <a:cubicBezTo>
                  <a:pt x="8128060" y="5102008"/>
                  <a:pt x="8138350" y="5118851"/>
                  <a:pt x="8126363" y="5143922"/>
                </a:cubicBezTo>
                <a:cubicBezTo>
                  <a:pt x="8116335" y="5192745"/>
                  <a:pt x="8111851" y="5226225"/>
                  <a:pt x="8103782" y="5284346"/>
                </a:cubicBezTo>
                <a:cubicBezTo>
                  <a:pt x="8101016" y="5338386"/>
                  <a:pt x="8095811" y="5337325"/>
                  <a:pt x="8084361" y="5390948"/>
                </a:cubicBezTo>
                <a:cubicBezTo>
                  <a:pt x="8082912" y="5429655"/>
                  <a:pt x="8063705" y="5449508"/>
                  <a:pt x="8062552" y="5470854"/>
                </a:cubicBezTo>
                <a:cubicBezTo>
                  <a:pt x="8086776" y="5526328"/>
                  <a:pt x="8037513" y="5496377"/>
                  <a:pt x="8057342" y="5529643"/>
                </a:cubicBezTo>
                <a:cubicBezTo>
                  <a:pt x="8050653" y="5550879"/>
                  <a:pt x="8055939" y="5587444"/>
                  <a:pt x="8044923" y="5597292"/>
                </a:cubicBezTo>
                <a:lnTo>
                  <a:pt x="8035233" y="5608899"/>
                </a:lnTo>
                <a:cubicBezTo>
                  <a:pt x="8030775" y="5623501"/>
                  <a:pt x="8021047" y="5660431"/>
                  <a:pt x="8018178" y="5684911"/>
                </a:cubicBezTo>
                <a:cubicBezTo>
                  <a:pt x="8005590" y="5692608"/>
                  <a:pt x="8011744" y="5734344"/>
                  <a:pt x="8018018" y="5755776"/>
                </a:cubicBezTo>
                <a:cubicBezTo>
                  <a:pt x="8019409" y="5792777"/>
                  <a:pt x="7989082" y="5848613"/>
                  <a:pt x="8008640" y="5889599"/>
                </a:cubicBezTo>
                <a:cubicBezTo>
                  <a:pt x="8011480" y="5932097"/>
                  <a:pt x="8009486" y="5940901"/>
                  <a:pt x="8013542" y="5989744"/>
                </a:cubicBezTo>
                <a:cubicBezTo>
                  <a:pt x="8022089" y="6020787"/>
                  <a:pt x="7982918" y="6024963"/>
                  <a:pt x="7980757" y="6084926"/>
                </a:cubicBezTo>
                <a:cubicBezTo>
                  <a:pt x="7974117" y="6134231"/>
                  <a:pt x="7999371" y="6240432"/>
                  <a:pt x="7975907" y="6346549"/>
                </a:cubicBezTo>
                <a:cubicBezTo>
                  <a:pt x="7987225" y="6409741"/>
                  <a:pt x="7980509" y="6468689"/>
                  <a:pt x="7974221" y="6527527"/>
                </a:cubicBezTo>
                <a:cubicBezTo>
                  <a:pt x="7955361" y="6585667"/>
                  <a:pt x="7987786" y="6579284"/>
                  <a:pt x="7979135" y="6627129"/>
                </a:cubicBezTo>
                <a:cubicBezTo>
                  <a:pt x="7983057" y="6635153"/>
                  <a:pt x="7984986" y="6697665"/>
                  <a:pt x="7979404" y="6694819"/>
                </a:cubicBezTo>
                <a:cubicBezTo>
                  <a:pt x="7981755" y="6716947"/>
                  <a:pt x="8003903" y="6732844"/>
                  <a:pt x="8009526" y="6765445"/>
                </a:cubicBezTo>
                <a:cubicBezTo>
                  <a:pt x="8011113" y="6776325"/>
                  <a:pt x="8014662" y="6810511"/>
                  <a:pt x="8018211" y="6844697"/>
                </a:cubicBezTo>
                <a:lnTo>
                  <a:pt x="8019608" y="6857999"/>
                </a:lnTo>
                <a:lnTo>
                  <a:pt x="0" y="685799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700E4A50-47C8-1069-B869-731D4A478627}"/>
              </a:ext>
            </a:extLst>
          </p:cNvPr>
          <p:cNvSpPr>
            <a:spLocks noGrp="1"/>
          </p:cNvSpPr>
          <p:nvPr>
            <p:ph type="title"/>
          </p:nvPr>
        </p:nvSpPr>
        <p:spPr>
          <a:xfrm>
            <a:off x="1137034" y="609599"/>
            <a:ext cx="6836927" cy="1322888"/>
          </a:xfrm>
        </p:spPr>
        <p:txBody>
          <a:bodyPr>
            <a:normAutofit/>
          </a:bodyPr>
          <a:lstStyle/>
          <a:p>
            <a:r>
              <a:rPr lang="fr-FR" sz="4100" dirty="0">
                <a:ea typeface="+mj-lt"/>
                <a:cs typeface="+mj-lt"/>
              </a:rPr>
              <a:t>Technologies et environnement de développement</a:t>
            </a:r>
            <a:endParaRPr lang="fr-FR" sz="4100" dirty="0"/>
          </a:p>
        </p:txBody>
      </p:sp>
      <p:sp>
        <p:nvSpPr>
          <p:cNvPr id="3" name="Espace réservé du contenu 2">
            <a:extLst>
              <a:ext uri="{FF2B5EF4-FFF2-40B4-BE49-F238E27FC236}">
                <a16:creationId xmlns:a16="http://schemas.microsoft.com/office/drawing/2014/main" id="{FC8DAF9B-B3F4-74E2-5053-03F566B72793}"/>
              </a:ext>
            </a:extLst>
          </p:cNvPr>
          <p:cNvSpPr>
            <a:spLocks noGrp="1"/>
          </p:cNvSpPr>
          <p:nvPr>
            <p:ph idx="1"/>
          </p:nvPr>
        </p:nvSpPr>
        <p:spPr>
          <a:xfrm>
            <a:off x="1137034" y="2697957"/>
            <a:ext cx="6433805" cy="3970880"/>
          </a:xfrm>
        </p:spPr>
        <p:txBody>
          <a:bodyPr vert="horz" lIns="91440" tIns="45720" rIns="91440" bIns="45720" rtlCol="0">
            <a:normAutofit/>
          </a:bodyPr>
          <a:lstStyle/>
          <a:p>
            <a:r>
              <a:rPr lang="fr-FR" sz="1800" b="1" dirty="0">
                <a:effectLst/>
                <a:latin typeface="+mj-lt"/>
                <a:ea typeface="Calibri" panose="020F0502020204030204" pitchFamily="34" charset="0"/>
              </a:rPr>
              <a:t>Android Studio </a:t>
            </a:r>
            <a:r>
              <a:rPr lang="fr-FR" sz="1800" dirty="0">
                <a:effectLst/>
                <a:latin typeface="+mj-lt"/>
                <a:ea typeface="Calibri" panose="020F0502020204030204" pitchFamily="34" charset="0"/>
              </a:rPr>
              <a:t>est l'environnement de développement intégré (IDE) officiel pour le développement d'applications sur le système d'exploitation Android</a:t>
            </a:r>
            <a:r>
              <a:rPr lang="en-US" sz="1700" dirty="0">
                <a:latin typeface="+mj-lt"/>
              </a:rPr>
              <a:t> </a:t>
            </a:r>
          </a:p>
          <a:p>
            <a:r>
              <a:rPr lang="fr-FR" sz="1800" b="1" dirty="0">
                <a:effectLst/>
                <a:latin typeface="+mj-lt"/>
                <a:ea typeface="Calibri" panose="020F0502020204030204" pitchFamily="34" charset="0"/>
                <a:cs typeface="Arial" panose="020B0604020202020204" pitchFamily="34" charset="0"/>
              </a:rPr>
              <a:t>Java 17 </a:t>
            </a:r>
            <a:r>
              <a:rPr lang="fr-FR" sz="1800" dirty="0">
                <a:effectLst/>
                <a:latin typeface="+mj-lt"/>
                <a:ea typeface="Calibri" panose="020F0502020204030204" pitchFamily="34" charset="0"/>
                <a:cs typeface="Arial" panose="020B0604020202020204" pitchFamily="34" charset="0"/>
              </a:rPr>
              <a:t>est une version de support à long terme (LTS) du langage Java, publiée en septembre 2021</a:t>
            </a:r>
          </a:p>
          <a:p>
            <a:r>
              <a:rPr lang="fr-FR" sz="1800" b="1" dirty="0">
                <a:effectLst/>
                <a:latin typeface="+mj-lt"/>
                <a:ea typeface="Calibri" panose="020F0502020204030204" pitchFamily="34" charset="0"/>
                <a:cs typeface="Arial" panose="020B0604020202020204" pitchFamily="34" charset="0"/>
              </a:rPr>
              <a:t>XML </a:t>
            </a:r>
            <a:r>
              <a:rPr lang="fr-FR" sz="1800" dirty="0">
                <a:effectLst/>
                <a:latin typeface="+mj-lt"/>
                <a:ea typeface="Calibri" panose="020F0502020204030204" pitchFamily="34" charset="0"/>
                <a:cs typeface="Arial" panose="020B0604020202020204" pitchFamily="34" charset="0"/>
              </a:rPr>
              <a:t>est un langage informatique conçu pour stocker et échanger des données de manière structurée</a:t>
            </a:r>
            <a:endParaRPr lang="fr-FR" sz="1700" dirty="0">
              <a:latin typeface="+mj-lt"/>
              <a:ea typeface="+mn-lt"/>
              <a:cs typeface="+mn-lt"/>
            </a:endParaRPr>
          </a:p>
          <a:p>
            <a:endParaRPr lang="fr-FR" sz="1700" dirty="0">
              <a:latin typeface="+mj-lt"/>
            </a:endParaRPr>
          </a:p>
        </p:txBody>
      </p:sp>
      <p:pic>
        <p:nvPicPr>
          <p:cNvPr id="4" name="Image 3">
            <a:extLst>
              <a:ext uri="{FF2B5EF4-FFF2-40B4-BE49-F238E27FC236}">
                <a16:creationId xmlns:a16="http://schemas.microsoft.com/office/drawing/2014/main" id="{CDEEF666-E082-F4CF-7299-829ACB9B70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72340" y="566193"/>
            <a:ext cx="1876425" cy="1409700"/>
          </a:xfrm>
          <a:prstGeom prst="rect">
            <a:avLst/>
          </a:prstGeom>
        </p:spPr>
      </p:pic>
      <p:pic>
        <p:nvPicPr>
          <p:cNvPr id="6" name="Image 5">
            <a:extLst>
              <a:ext uri="{FF2B5EF4-FFF2-40B4-BE49-F238E27FC236}">
                <a16:creationId xmlns:a16="http://schemas.microsoft.com/office/drawing/2014/main" id="{DCACBBE3-80A8-6FFC-D585-69EDFBDE41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6402" y="2724151"/>
            <a:ext cx="2687411" cy="1504950"/>
          </a:xfrm>
          <a:prstGeom prst="rect">
            <a:avLst/>
          </a:prstGeom>
        </p:spPr>
      </p:pic>
      <p:pic>
        <p:nvPicPr>
          <p:cNvPr id="7" name="Image 6">
            <a:extLst>
              <a:ext uri="{FF2B5EF4-FFF2-40B4-BE49-F238E27FC236}">
                <a16:creationId xmlns:a16="http://schemas.microsoft.com/office/drawing/2014/main" id="{7E958F6D-FCC7-12A4-9E74-A1A5346515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8064" y="4700044"/>
            <a:ext cx="1704975" cy="1409700"/>
          </a:xfrm>
          <a:prstGeom prst="rect">
            <a:avLst/>
          </a:prstGeom>
        </p:spPr>
      </p:pic>
    </p:spTree>
    <p:extLst>
      <p:ext uri="{BB962C8B-B14F-4D97-AF65-F5344CB8AC3E}">
        <p14:creationId xmlns:p14="http://schemas.microsoft.com/office/powerpoint/2010/main" val="789868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638B61BD-0EE1-4D29-B894-126CD61C5D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BC14DD5-C584-4158-BF76-ECE3C6DB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5947992 w 12192000"/>
              <a:gd name="connsiteY0" fmla="*/ 2457985 h 6858000"/>
              <a:gd name="connsiteX1" fmla="*/ 5926156 w 12192000"/>
              <a:gd name="connsiteY1" fmla="*/ 2472983 h 6858000"/>
              <a:gd name="connsiteX2" fmla="*/ 6047792 w 12192000"/>
              <a:gd name="connsiteY2" fmla="*/ 2529213 h 6858000"/>
              <a:gd name="connsiteX3" fmla="*/ 5857576 w 12192000"/>
              <a:gd name="connsiteY3" fmla="*/ 2499619 h 6858000"/>
              <a:gd name="connsiteX4" fmla="*/ 5854328 w 12192000"/>
              <a:gd name="connsiteY4" fmla="*/ 2518740 h 6858000"/>
              <a:gd name="connsiteX5" fmla="*/ 6070351 w 12192000"/>
              <a:gd name="connsiteY5" fmla="*/ 2591134 h 6858000"/>
              <a:gd name="connsiteX6" fmla="*/ 6051040 w 12192000"/>
              <a:gd name="connsiteY6" fmla="*/ 2602290 h 6858000"/>
              <a:gd name="connsiteX7" fmla="*/ 5936261 w 12192000"/>
              <a:gd name="connsiteY7" fmla="*/ 2574288 h 6858000"/>
              <a:gd name="connsiteX8" fmla="*/ 5913160 w 12192000"/>
              <a:gd name="connsiteY8" fmla="*/ 2581573 h 6858000"/>
              <a:gd name="connsiteX9" fmla="*/ 5924531 w 12192000"/>
              <a:gd name="connsiteY9" fmla="*/ 2615492 h 6858000"/>
              <a:gd name="connsiteX10" fmla="*/ 5974341 w 12192000"/>
              <a:gd name="connsiteY10" fmla="*/ 2628696 h 6858000"/>
              <a:gd name="connsiteX11" fmla="*/ 6051944 w 12192000"/>
              <a:gd name="connsiteY11" fmla="*/ 2708377 h 6858000"/>
              <a:gd name="connsiteX12" fmla="*/ 5934457 w 12192000"/>
              <a:gd name="connsiteY12" fmla="*/ 2698814 h 6858000"/>
              <a:gd name="connsiteX13" fmla="*/ 5913702 w 12192000"/>
              <a:gd name="connsiteY13" fmla="*/ 2718165 h 6858000"/>
              <a:gd name="connsiteX14" fmla="*/ 5905761 w 12192000"/>
              <a:gd name="connsiteY14" fmla="*/ 2743207 h 6858000"/>
              <a:gd name="connsiteX15" fmla="*/ 5860282 w 12192000"/>
              <a:gd name="connsiteY15" fmla="*/ 2763923 h 6858000"/>
              <a:gd name="connsiteX16" fmla="*/ 5931750 w 12192000"/>
              <a:gd name="connsiteY16" fmla="*/ 2787144 h 6858000"/>
              <a:gd name="connsiteX17" fmla="*/ 5855409 w 12192000"/>
              <a:gd name="connsiteY17" fmla="*/ 2787144 h 6858000"/>
              <a:gd name="connsiteX18" fmla="*/ 5767701 w 12192000"/>
              <a:gd name="connsiteY18" fmla="*/ 2771209 h 6858000"/>
              <a:gd name="connsiteX19" fmla="*/ 5674216 w 12192000"/>
              <a:gd name="connsiteY19" fmla="*/ 2776216 h 6858000"/>
              <a:gd name="connsiteX20" fmla="*/ 5487249 w 12192000"/>
              <a:gd name="connsiteY20" fmla="*/ 2746850 h 6858000"/>
              <a:gd name="connsiteX21" fmla="*/ 5398276 w 12192000"/>
              <a:gd name="connsiteY21" fmla="*/ 2748898 h 6858000"/>
              <a:gd name="connsiteX22" fmla="*/ 5892947 w 12192000"/>
              <a:gd name="connsiteY22" fmla="*/ 2946502 h 6858000"/>
              <a:gd name="connsiteX23" fmla="*/ 5867682 w 12192000"/>
              <a:gd name="connsiteY23" fmla="*/ 2989983 h 6858000"/>
              <a:gd name="connsiteX24" fmla="*/ 5971273 w 12192000"/>
              <a:gd name="connsiteY24" fmla="*/ 3037335 h 6858000"/>
              <a:gd name="connsiteX25" fmla="*/ 5996719 w 12192000"/>
              <a:gd name="connsiteY25" fmla="*/ 3084231 h 6858000"/>
              <a:gd name="connsiteX26" fmla="*/ 5964776 w 12192000"/>
              <a:gd name="connsiteY26" fmla="*/ 3080134 h 6858000"/>
              <a:gd name="connsiteX27" fmla="*/ 5937344 w 12192000"/>
              <a:gd name="connsiteY27" fmla="*/ 3089012 h 6858000"/>
              <a:gd name="connsiteX28" fmla="*/ 5948713 w 12192000"/>
              <a:gd name="connsiteY28" fmla="*/ 3148657 h 6858000"/>
              <a:gd name="connsiteX29" fmla="*/ 6095075 w 12192000"/>
              <a:gd name="connsiteY29" fmla="*/ 3225605 h 6858000"/>
              <a:gd name="connsiteX30" fmla="*/ 6108249 w 12192000"/>
              <a:gd name="connsiteY30" fmla="*/ 3250646 h 6858000"/>
              <a:gd name="connsiteX31" fmla="*/ 6090744 w 12192000"/>
              <a:gd name="connsiteY31" fmla="*/ 3268403 h 6858000"/>
              <a:gd name="connsiteX32" fmla="*/ 6043461 w 12192000"/>
              <a:gd name="connsiteY32" fmla="*/ 3277509 h 6858000"/>
              <a:gd name="connsiteX33" fmla="*/ 6109692 w 12192000"/>
              <a:gd name="connsiteY33" fmla="*/ 3362879 h 6858000"/>
              <a:gd name="connsiteX34" fmla="*/ 6133877 w 12192000"/>
              <a:gd name="connsiteY34" fmla="*/ 3386554 h 6858000"/>
              <a:gd name="connsiteX35" fmla="*/ 6175205 w 12192000"/>
              <a:gd name="connsiteY35" fmla="*/ 3423208 h 6858000"/>
              <a:gd name="connsiteX36" fmla="*/ 6175926 w 12192000"/>
              <a:gd name="connsiteY36" fmla="*/ 3434363 h 6858000"/>
              <a:gd name="connsiteX37" fmla="*/ 6119620 w 12192000"/>
              <a:gd name="connsiteY37" fmla="*/ 3473747 h 6858000"/>
              <a:gd name="connsiteX38" fmla="*/ 6018015 w 12192000"/>
              <a:gd name="connsiteY38" fmla="*/ 3463046 h 6858000"/>
              <a:gd name="connsiteX39" fmla="*/ 6168166 w 12192000"/>
              <a:gd name="connsiteY39" fmla="*/ 3521781 h 6858000"/>
              <a:gd name="connsiteX40" fmla="*/ 5682157 w 12192000"/>
              <a:gd name="connsiteY40" fmla="*/ 3381775 h 6858000"/>
              <a:gd name="connsiteX41" fmla="*/ 5713198 w 12192000"/>
              <a:gd name="connsiteY41" fmla="*/ 3418426 h 6858000"/>
              <a:gd name="connsiteX42" fmla="*/ 5883202 w 12192000"/>
              <a:gd name="connsiteY42" fmla="*/ 3514950 h 6858000"/>
              <a:gd name="connsiteX43" fmla="*/ 5931387 w 12192000"/>
              <a:gd name="connsiteY43" fmla="*/ 3575508 h 6858000"/>
              <a:gd name="connsiteX44" fmla="*/ 5981919 w 12192000"/>
              <a:gd name="connsiteY44" fmla="*/ 3608971 h 6858000"/>
              <a:gd name="connsiteX45" fmla="*/ 6052845 w 12192000"/>
              <a:gd name="connsiteY45" fmla="*/ 3608290 h 6858000"/>
              <a:gd name="connsiteX46" fmla="*/ 6103196 w 12192000"/>
              <a:gd name="connsiteY46" fmla="*/ 3659739 h 6858000"/>
              <a:gd name="connsiteX47" fmla="*/ 6050680 w 12192000"/>
              <a:gd name="connsiteY47" fmla="*/ 3670666 h 6858000"/>
              <a:gd name="connsiteX48" fmla="*/ 5989139 w 12192000"/>
              <a:gd name="connsiteY48" fmla="*/ 3662243 h 6858000"/>
              <a:gd name="connsiteX49" fmla="*/ 5856311 w 12192000"/>
              <a:gd name="connsiteY49" fmla="*/ 3664973 h 6858000"/>
              <a:gd name="connsiteX50" fmla="*/ 5780153 w 12192000"/>
              <a:gd name="connsiteY50" fmla="*/ 3674991 h 6858000"/>
              <a:gd name="connsiteX51" fmla="*/ 5605096 w 12192000"/>
              <a:gd name="connsiteY51" fmla="*/ 3657917 h 6858000"/>
              <a:gd name="connsiteX52" fmla="*/ 5615384 w 12192000"/>
              <a:gd name="connsiteY52" fmla="*/ 3701627 h 6858000"/>
              <a:gd name="connsiteX53" fmla="*/ 5608886 w 12192000"/>
              <a:gd name="connsiteY53" fmla="*/ 3739645 h 6858000"/>
              <a:gd name="connsiteX54" fmla="*/ 5606359 w 12192000"/>
              <a:gd name="connsiteY54" fmla="*/ 3822284 h 6858000"/>
              <a:gd name="connsiteX55" fmla="*/ 5607984 w 12192000"/>
              <a:gd name="connsiteY55" fmla="*/ 3835716 h 6858000"/>
              <a:gd name="connsiteX56" fmla="*/ 5568822 w 12192000"/>
              <a:gd name="connsiteY56" fmla="*/ 3844366 h 6858000"/>
              <a:gd name="connsiteX57" fmla="*/ 5802171 w 12192000"/>
              <a:gd name="connsiteY57" fmla="*/ 4016244 h 6858000"/>
              <a:gd name="connsiteX58" fmla="*/ 5646244 w 12192000"/>
              <a:gd name="connsiteY58" fmla="*/ 3972534 h 6858000"/>
              <a:gd name="connsiteX59" fmla="*/ 5625129 w 12192000"/>
              <a:gd name="connsiteY59" fmla="*/ 4044701 h 6858000"/>
              <a:gd name="connsiteX60" fmla="*/ 5698400 w 12192000"/>
              <a:gd name="connsiteY60" fmla="*/ 4108899 h 6858000"/>
              <a:gd name="connsiteX61" fmla="*/ 5725470 w 12192000"/>
              <a:gd name="connsiteY61" fmla="*/ 4235930 h 6858000"/>
              <a:gd name="connsiteX62" fmla="*/ 5712295 w 12192000"/>
              <a:gd name="connsiteY62" fmla="*/ 4352032 h 6858000"/>
              <a:gd name="connsiteX63" fmla="*/ 5680894 w 12192000"/>
              <a:gd name="connsiteY63" fmla="*/ 4388911 h 6858000"/>
              <a:gd name="connsiteX64" fmla="*/ 5635415 w 12192000"/>
              <a:gd name="connsiteY64" fmla="*/ 4455158 h 6858000"/>
              <a:gd name="connsiteX65" fmla="*/ 5607263 w 12192000"/>
              <a:gd name="connsiteY65" fmla="*/ 4496136 h 6858000"/>
              <a:gd name="connsiteX66" fmla="*/ 5509446 w 12192000"/>
              <a:gd name="connsiteY66" fmla="*/ 4480201 h 6858000"/>
              <a:gd name="connsiteX67" fmla="*/ 5639928 w 12192000"/>
              <a:gd name="connsiteY67" fmla="*/ 4584239 h 6858000"/>
              <a:gd name="connsiteX68" fmla="*/ 5534171 w 12192000"/>
              <a:gd name="connsiteY68" fmla="*/ 4571262 h 6858000"/>
              <a:gd name="connsiteX69" fmla="*/ 5499701 w 12192000"/>
              <a:gd name="connsiteY69" fmla="*/ 4578547 h 6858000"/>
              <a:gd name="connsiteX70" fmla="*/ 5519373 w 12192000"/>
              <a:gd name="connsiteY70" fmla="*/ 4612239 h 6858000"/>
              <a:gd name="connsiteX71" fmla="*/ 5596974 w 12192000"/>
              <a:gd name="connsiteY71" fmla="*/ 4669379 h 6858000"/>
              <a:gd name="connsiteX72" fmla="*/ 5756873 w 12192000"/>
              <a:gd name="connsiteY72" fmla="*/ 4824185 h 6858000"/>
              <a:gd name="connsiteX73" fmla="*/ 5602028 w 12192000"/>
              <a:gd name="connsiteY73" fmla="*/ 4753158 h 6858000"/>
              <a:gd name="connsiteX74" fmla="*/ 5765173 w 12192000"/>
              <a:gd name="connsiteY74" fmla="*/ 4912286 h 6858000"/>
              <a:gd name="connsiteX75" fmla="*/ 5801450 w 12192000"/>
              <a:gd name="connsiteY75" fmla="*/ 4965101 h 6858000"/>
              <a:gd name="connsiteX76" fmla="*/ 5874721 w 12192000"/>
              <a:gd name="connsiteY76" fmla="*/ 5096229 h 6858000"/>
              <a:gd name="connsiteX77" fmla="*/ 5871110 w 12192000"/>
              <a:gd name="connsiteY77" fmla="*/ 5111026 h 6858000"/>
              <a:gd name="connsiteX78" fmla="*/ 5786469 w 12192000"/>
              <a:gd name="connsiteY78" fmla="*/ 5089855 h 6858000"/>
              <a:gd name="connsiteX79" fmla="*/ 5896196 w 12192000"/>
              <a:gd name="connsiteY79" fmla="*/ 5200041 h 6858000"/>
              <a:gd name="connsiteX80" fmla="*/ 6009534 w 12192000"/>
              <a:gd name="connsiteY80" fmla="*/ 5284725 h 6858000"/>
              <a:gd name="connsiteX81" fmla="*/ 5929042 w 12192000"/>
              <a:gd name="connsiteY81" fmla="*/ 5271751 h 6858000"/>
              <a:gd name="connsiteX82" fmla="*/ 5818413 w 12192000"/>
              <a:gd name="connsiteY82" fmla="*/ 5223260 h 6858000"/>
              <a:gd name="connsiteX83" fmla="*/ 5779973 w 12192000"/>
              <a:gd name="connsiteY83" fmla="*/ 5241473 h 6858000"/>
              <a:gd name="connsiteX84" fmla="*/ 5884826 w 12192000"/>
              <a:gd name="connsiteY84" fmla="*/ 5321606 h 6858000"/>
              <a:gd name="connsiteX85" fmla="*/ 5944924 w 12192000"/>
              <a:gd name="connsiteY85" fmla="*/ 5358715 h 6858000"/>
              <a:gd name="connsiteX86" fmla="*/ 5968926 w 12192000"/>
              <a:gd name="connsiteY86" fmla="*/ 5387170 h 6858000"/>
              <a:gd name="connsiteX87" fmla="*/ 6037505 w 12192000"/>
              <a:gd name="connsiteY87" fmla="*/ 5488704 h 6858000"/>
              <a:gd name="connsiteX88" fmla="*/ 6238910 w 12192000"/>
              <a:gd name="connsiteY88" fmla="*/ 5599571 h 6858000"/>
              <a:gd name="connsiteX89" fmla="*/ 6427321 w 12192000"/>
              <a:gd name="connsiteY89" fmla="*/ 5737302 h 6858000"/>
              <a:gd name="connsiteX90" fmla="*/ 6574408 w 12192000"/>
              <a:gd name="connsiteY90" fmla="*/ 5823126 h 6858000"/>
              <a:gd name="connsiteX91" fmla="*/ 6946177 w 12192000"/>
              <a:gd name="connsiteY91" fmla="*/ 5933538 h 6858000"/>
              <a:gd name="connsiteX92" fmla="*/ 8356197 w 12192000"/>
              <a:gd name="connsiteY92" fmla="*/ 5184561 h 6858000"/>
              <a:gd name="connsiteX93" fmla="*/ 8374063 w 12192000"/>
              <a:gd name="connsiteY93" fmla="*/ 5162249 h 6858000"/>
              <a:gd name="connsiteX94" fmla="*/ 8442461 w 12192000"/>
              <a:gd name="connsiteY94" fmla="*/ 5078246 h 6858000"/>
              <a:gd name="connsiteX95" fmla="*/ 8500574 w 12192000"/>
              <a:gd name="connsiteY95" fmla="*/ 5002664 h 6858000"/>
              <a:gd name="connsiteX96" fmla="*/ 8470255 w 12192000"/>
              <a:gd name="connsiteY96" fmla="*/ 4977167 h 6858000"/>
              <a:gd name="connsiteX97" fmla="*/ 8511222 w 12192000"/>
              <a:gd name="connsiteY97" fmla="*/ 4905001 h 6858000"/>
              <a:gd name="connsiteX98" fmla="*/ 8641522 w 12192000"/>
              <a:gd name="connsiteY98" fmla="*/ 4682584 h 6858000"/>
              <a:gd name="connsiteX99" fmla="*/ 8698730 w 12192000"/>
              <a:gd name="connsiteY99" fmla="*/ 4633640 h 6858000"/>
              <a:gd name="connsiteX100" fmla="*/ 8768393 w 12192000"/>
              <a:gd name="connsiteY100" fmla="*/ 4510479 h 6858000"/>
              <a:gd name="connsiteX101" fmla="*/ 8778319 w 12192000"/>
              <a:gd name="connsiteY101" fmla="*/ 4482024 h 6858000"/>
              <a:gd name="connsiteX102" fmla="*/ 8764062 w 12192000"/>
              <a:gd name="connsiteY102" fmla="*/ 4445824 h 6858000"/>
              <a:gd name="connsiteX103" fmla="*/ 8753414 w 12192000"/>
              <a:gd name="connsiteY103" fmla="*/ 4409400 h 6858000"/>
              <a:gd name="connsiteX104" fmla="*/ 8767310 w 12192000"/>
              <a:gd name="connsiteY104" fmla="*/ 4398700 h 6858000"/>
              <a:gd name="connsiteX105" fmla="*/ 8856643 w 12192000"/>
              <a:gd name="connsiteY105" fmla="*/ 4380261 h 6858000"/>
              <a:gd name="connsiteX106" fmla="*/ 8804848 w 12192000"/>
              <a:gd name="connsiteY106" fmla="*/ 4311055 h 6858000"/>
              <a:gd name="connsiteX107" fmla="*/ 8713530 w 12192000"/>
              <a:gd name="connsiteY107" fmla="*/ 4207927 h 6858000"/>
              <a:gd name="connsiteX108" fmla="*/ 8672022 w 12192000"/>
              <a:gd name="connsiteY108" fmla="*/ 4134623 h 6858000"/>
              <a:gd name="connsiteX109" fmla="*/ 8667148 w 12192000"/>
              <a:gd name="connsiteY109" fmla="*/ 4069059 h 6858000"/>
              <a:gd name="connsiteX110" fmla="*/ 8585575 w 12192000"/>
              <a:gd name="connsiteY110" fmla="*/ 4030359 h 6858000"/>
              <a:gd name="connsiteX111" fmla="*/ 8662275 w 12192000"/>
              <a:gd name="connsiteY111" fmla="*/ 3891717 h 6858000"/>
              <a:gd name="connsiteX112" fmla="*/ 8670037 w 12192000"/>
              <a:gd name="connsiteY112" fmla="*/ 3863033 h 6858000"/>
              <a:gd name="connsiteX113" fmla="*/ 8624017 w 12192000"/>
              <a:gd name="connsiteY113" fmla="*/ 3760362 h 6858000"/>
              <a:gd name="connsiteX114" fmla="*/ 8616436 w 12192000"/>
              <a:gd name="connsiteY114" fmla="*/ 3743970 h 6858000"/>
              <a:gd name="connsiteX115" fmla="*/ 8599473 w 12192000"/>
              <a:gd name="connsiteY115" fmla="*/ 3711188 h 6858000"/>
              <a:gd name="connsiteX116" fmla="*/ 8550745 w 12192000"/>
              <a:gd name="connsiteY116" fmla="*/ 3703220 h 6858000"/>
              <a:gd name="connsiteX117" fmla="*/ 8576010 w 12192000"/>
              <a:gd name="connsiteY117" fmla="*/ 3680000 h 6858000"/>
              <a:gd name="connsiteX118" fmla="*/ 8625100 w 12192000"/>
              <a:gd name="connsiteY118" fmla="*/ 3601459 h 6858000"/>
              <a:gd name="connsiteX119" fmla="*/ 8592433 w 12192000"/>
              <a:gd name="connsiteY119" fmla="*/ 3526333 h 6858000"/>
              <a:gd name="connsiteX120" fmla="*/ 8590269 w 12192000"/>
              <a:gd name="connsiteY120" fmla="*/ 3484900 h 6858000"/>
              <a:gd name="connsiteX121" fmla="*/ 8645312 w 12192000"/>
              <a:gd name="connsiteY121" fmla="*/ 3431858 h 6858000"/>
              <a:gd name="connsiteX122" fmla="*/ 8686820 w 12192000"/>
              <a:gd name="connsiteY122" fmla="*/ 3410914 h 6858000"/>
              <a:gd name="connsiteX123" fmla="*/ 8705950 w 12192000"/>
              <a:gd name="connsiteY123" fmla="*/ 3380864 h 6858000"/>
              <a:gd name="connsiteX124" fmla="*/ 8683391 w 12192000"/>
              <a:gd name="connsiteY124" fmla="*/ 3355822 h 6858000"/>
              <a:gd name="connsiteX125" fmla="*/ 8583229 w 12192000"/>
              <a:gd name="connsiteY125" fmla="*/ 3296177 h 6858000"/>
              <a:gd name="connsiteX126" fmla="*/ 8637190 w 12192000"/>
              <a:gd name="connsiteY126" fmla="*/ 3246320 h 6858000"/>
              <a:gd name="connsiteX127" fmla="*/ 8355114 w 12192000"/>
              <a:gd name="connsiteY127" fmla="*/ 3011154 h 6858000"/>
              <a:gd name="connsiteX128" fmla="*/ 8321004 w 12192000"/>
              <a:gd name="connsiteY128" fmla="*/ 2975186 h 6858000"/>
              <a:gd name="connsiteX129" fmla="*/ 8139993 w 12192000"/>
              <a:gd name="connsiteY129" fmla="*/ 2887993 h 6858000"/>
              <a:gd name="connsiteX130" fmla="*/ 7953747 w 12192000"/>
              <a:gd name="connsiteY130" fmla="*/ 2826301 h 6858000"/>
              <a:gd name="connsiteX131" fmla="*/ 8083145 w 12192000"/>
              <a:gd name="connsiteY131" fmla="*/ 2696083 h 6858000"/>
              <a:gd name="connsiteX132" fmla="*/ 7885529 w 12192000"/>
              <a:gd name="connsiteY132" fmla="*/ 2665804 h 6858000"/>
              <a:gd name="connsiteX133" fmla="*/ 7866219 w 12192000"/>
              <a:gd name="connsiteY133" fmla="*/ 2666715 h 6858000"/>
              <a:gd name="connsiteX134" fmla="*/ 7478205 w 12192000"/>
              <a:gd name="connsiteY134" fmla="*/ 2646681 h 6858000"/>
              <a:gd name="connsiteX135" fmla="*/ 6921993 w 12192000"/>
              <a:gd name="connsiteY135" fmla="*/ 2580207 h 6858000"/>
              <a:gd name="connsiteX136" fmla="*/ 6461612 w 12192000"/>
              <a:gd name="connsiteY136" fmla="*/ 2540368 h 6858000"/>
              <a:gd name="connsiteX137" fmla="*/ 5971453 w 12192000"/>
              <a:gd name="connsiteY137" fmla="*/ 2462965 h 6858000"/>
              <a:gd name="connsiteX138" fmla="*/ 5947992 w 12192000"/>
              <a:gd name="connsiteY138" fmla="*/ 2457985 h 6858000"/>
              <a:gd name="connsiteX139" fmla="*/ 0 w 12192000"/>
              <a:gd name="connsiteY139" fmla="*/ 0 h 6858000"/>
              <a:gd name="connsiteX140" fmla="*/ 8078332 w 12192000"/>
              <a:gd name="connsiteY140" fmla="*/ 0 h 6858000"/>
              <a:gd name="connsiteX141" fmla="*/ 8051806 w 12192000"/>
              <a:gd name="connsiteY141" fmla="*/ 19899 h 6858000"/>
              <a:gd name="connsiteX142" fmla="*/ 7919411 w 12192000"/>
              <a:gd name="connsiteY142" fmla="*/ 69998 h 6858000"/>
              <a:gd name="connsiteX143" fmla="*/ 7880558 w 12192000"/>
              <a:gd name="connsiteY143" fmla="*/ 103665 h 6858000"/>
              <a:gd name="connsiteX144" fmla="*/ 7913505 w 12192000"/>
              <a:gd name="connsiteY144" fmla="*/ 144066 h 6858000"/>
              <a:gd name="connsiteX145" fmla="*/ 7984993 w 12192000"/>
              <a:gd name="connsiteY145" fmla="*/ 172224 h 6858000"/>
              <a:gd name="connsiteX146" fmla="*/ 8079793 w 12192000"/>
              <a:gd name="connsiteY146" fmla="*/ 243535 h 6858000"/>
              <a:gd name="connsiteX147" fmla="*/ 8076065 w 12192000"/>
              <a:gd name="connsiteY147" fmla="*/ 299239 h 6858000"/>
              <a:gd name="connsiteX148" fmla="*/ 8019804 w 12192000"/>
              <a:gd name="connsiteY148" fmla="*/ 400240 h 6858000"/>
              <a:gd name="connsiteX149" fmla="*/ 8104349 w 12192000"/>
              <a:gd name="connsiteY149" fmla="*/ 505833 h 6858000"/>
              <a:gd name="connsiteX150" fmla="*/ 8147864 w 12192000"/>
              <a:gd name="connsiteY150" fmla="*/ 537052 h 6858000"/>
              <a:gd name="connsiteX151" fmla="*/ 8063941 w 12192000"/>
              <a:gd name="connsiteY151" fmla="*/ 547764 h 6858000"/>
              <a:gd name="connsiteX152" fmla="*/ 8034725 w 12192000"/>
              <a:gd name="connsiteY152" fmla="*/ 591836 h 6858000"/>
              <a:gd name="connsiteX153" fmla="*/ 8021669 w 12192000"/>
              <a:gd name="connsiteY153" fmla="*/ 613874 h 6858000"/>
              <a:gd name="connsiteX154" fmla="*/ 7942410 w 12192000"/>
              <a:gd name="connsiteY154" fmla="*/ 751909 h 6858000"/>
              <a:gd name="connsiteX155" fmla="*/ 7955778 w 12192000"/>
              <a:gd name="connsiteY155" fmla="*/ 790472 h 6858000"/>
              <a:gd name="connsiteX156" fmla="*/ 8087876 w 12192000"/>
              <a:gd name="connsiteY156" fmla="*/ 976867 h 6858000"/>
              <a:gd name="connsiteX157" fmla="*/ 7947386 w 12192000"/>
              <a:gd name="connsiteY157" fmla="*/ 1028897 h 6858000"/>
              <a:gd name="connsiteX158" fmla="*/ 7938992 w 12192000"/>
              <a:gd name="connsiteY158" fmla="*/ 1117042 h 6858000"/>
              <a:gd name="connsiteX159" fmla="*/ 7867503 w 12192000"/>
              <a:gd name="connsiteY159" fmla="*/ 1215596 h 6858000"/>
              <a:gd name="connsiteX160" fmla="*/ 7710229 w 12192000"/>
              <a:gd name="connsiteY160" fmla="*/ 1354244 h 6858000"/>
              <a:gd name="connsiteX161" fmla="*/ 7621024 w 12192000"/>
              <a:gd name="connsiteY161" fmla="*/ 1447286 h 6858000"/>
              <a:gd name="connsiteX162" fmla="*/ 7774880 w 12192000"/>
              <a:gd name="connsiteY162" fmla="*/ 1472076 h 6858000"/>
              <a:gd name="connsiteX163" fmla="*/ 7798812 w 12192000"/>
              <a:gd name="connsiteY163" fmla="*/ 1486462 h 6858000"/>
              <a:gd name="connsiteX164" fmla="*/ 7780474 w 12192000"/>
              <a:gd name="connsiteY164" fmla="*/ 1535432 h 6858000"/>
              <a:gd name="connsiteX165" fmla="*/ 7755919 w 12192000"/>
              <a:gd name="connsiteY165" fmla="*/ 1584099 h 6858000"/>
              <a:gd name="connsiteX166" fmla="*/ 7773014 w 12192000"/>
              <a:gd name="connsiteY166" fmla="*/ 1622355 h 6858000"/>
              <a:gd name="connsiteX167" fmla="*/ 7892993 w 12192000"/>
              <a:gd name="connsiteY167" fmla="*/ 1787937 h 6858000"/>
              <a:gd name="connsiteX168" fmla="*/ 7991521 w 12192000"/>
              <a:gd name="connsiteY168" fmla="*/ 1853739 h 6858000"/>
              <a:gd name="connsiteX169" fmla="*/ 8215932 w 12192000"/>
              <a:gd name="connsiteY169" fmla="*/ 2152764 h 6858000"/>
              <a:gd name="connsiteX170" fmla="*/ 8286489 w 12192000"/>
              <a:gd name="connsiteY170" fmla="*/ 2249786 h 6858000"/>
              <a:gd name="connsiteX171" fmla="*/ 8234270 w 12192000"/>
              <a:gd name="connsiteY171" fmla="*/ 2284064 h 6858000"/>
              <a:gd name="connsiteX172" fmla="*/ 8334357 w 12192000"/>
              <a:gd name="connsiteY172" fmla="*/ 2385679 h 6858000"/>
              <a:gd name="connsiteX173" fmla="*/ 8452157 w 12192000"/>
              <a:gd name="connsiteY173" fmla="*/ 2498616 h 6858000"/>
              <a:gd name="connsiteX174" fmla="*/ 8482927 w 12192000"/>
              <a:gd name="connsiteY174" fmla="*/ 2528612 h 6858000"/>
              <a:gd name="connsiteX175" fmla="*/ 10911361 w 12192000"/>
              <a:gd name="connsiteY175" fmla="*/ 3535561 h 6858000"/>
              <a:gd name="connsiteX176" fmla="*/ 11551649 w 12192000"/>
              <a:gd name="connsiteY176" fmla="*/ 3387120 h 6858000"/>
              <a:gd name="connsiteX177" fmla="*/ 11804971 w 12192000"/>
              <a:gd name="connsiteY177" fmla="*/ 3271735 h 6858000"/>
              <a:gd name="connsiteX178" fmla="*/ 12129465 w 12192000"/>
              <a:gd name="connsiteY178" fmla="*/ 3086565 h 6858000"/>
              <a:gd name="connsiteX179" fmla="*/ 12192000 w 12192000"/>
              <a:gd name="connsiteY179" fmla="*/ 3060706 h 6858000"/>
              <a:gd name="connsiteX180" fmla="*/ 12192000 w 12192000"/>
              <a:gd name="connsiteY180" fmla="*/ 3766004 h 6858000"/>
              <a:gd name="connsiteX181" fmla="*/ 12069511 w 12192000"/>
              <a:gd name="connsiteY181" fmla="*/ 3730912 h 6858000"/>
              <a:gd name="connsiteX182" fmla="*/ 11743305 w 12192000"/>
              <a:gd name="connsiteY182" fmla="*/ 3682401 h 6858000"/>
              <a:gd name="connsiteX183" fmla="*/ 11692833 w 12192000"/>
              <a:gd name="connsiteY183" fmla="*/ 3681484 h 6858000"/>
              <a:gd name="connsiteX184" fmla="*/ 9314871 w 12192000"/>
              <a:gd name="connsiteY184" fmla="*/ 4689350 h 6858000"/>
              <a:gd name="connsiteX185" fmla="*/ 9284101 w 12192000"/>
              <a:gd name="connsiteY185" fmla="*/ 4719346 h 6858000"/>
              <a:gd name="connsiteX186" fmla="*/ 9166300 w 12192000"/>
              <a:gd name="connsiteY186" fmla="*/ 4832283 h 6858000"/>
              <a:gd name="connsiteX187" fmla="*/ 9066214 w 12192000"/>
              <a:gd name="connsiteY187" fmla="*/ 4933898 h 6858000"/>
              <a:gd name="connsiteX188" fmla="*/ 9118433 w 12192000"/>
              <a:gd name="connsiteY188" fmla="*/ 4968176 h 6858000"/>
              <a:gd name="connsiteX189" fmla="*/ 9047876 w 12192000"/>
              <a:gd name="connsiteY189" fmla="*/ 5065198 h 6858000"/>
              <a:gd name="connsiteX190" fmla="*/ 8823465 w 12192000"/>
              <a:gd name="connsiteY190" fmla="*/ 5364223 h 6858000"/>
              <a:gd name="connsiteX191" fmla="*/ 8724937 w 12192000"/>
              <a:gd name="connsiteY191" fmla="*/ 5430025 h 6858000"/>
              <a:gd name="connsiteX192" fmla="*/ 8604958 w 12192000"/>
              <a:gd name="connsiteY192" fmla="*/ 5595607 h 6858000"/>
              <a:gd name="connsiteX193" fmla="*/ 8587863 w 12192000"/>
              <a:gd name="connsiteY193" fmla="*/ 5633863 h 6858000"/>
              <a:gd name="connsiteX194" fmla="*/ 8612418 w 12192000"/>
              <a:gd name="connsiteY194" fmla="*/ 5682530 h 6858000"/>
              <a:gd name="connsiteX195" fmla="*/ 8630756 w 12192000"/>
              <a:gd name="connsiteY195" fmla="*/ 5731500 h 6858000"/>
              <a:gd name="connsiteX196" fmla="*/ 8606823 w 12192000"/>
              <a:gd name="connsiteY196" fmla="*/ 5745886 h 6858000"/>
              <a:gd name="connsiteX197" fmla="*/ 8452968 w 12192000"/>
              <a:gd name="connsiteY197" fmla="*/ 5770676 h 6858000"/>
              <a:gd name="connsiteX198" fmla="*/ 8542173 w 12192000"/>
              <a:gd name="connsiteY198" fmla="*/ 5863718 h 6858000"/>
              <a:gd name="connsiteX199" fmla="*/ 8699447 w 12192000"/>
              <a:gd name="connsiteY199" fmla="*/ 6002366 h 6858000"/>
              <a:gd name="connsiteX200" fmla="*/ 8770936 w 12192000"/>
              <a:gd name="connsiteY200" fmla="*/ 6100920 h 6858000"/>
              <a:gd name="connsiteX201" fmla="*/ 8779329 w 12192000"/>
              <a:gd name="connsiteY201" fmla="*/ 6189065 h 6858000"/>
              <a:gd name="connsiteX202" fmla="*/ 8919820 w 12192000"/>
              <a:gd name="connsiteY202" fmla="*/ 6241095 h 6858000"/>
              <a:gd name="connsiteX203" fmla="*/ 8787721 w 12192000"/>
              <a:gd name="connsiteY203" fmla="*/ 6427490 h 6858000"/>
              <a:gd name="connsiteX204" fmla="*/ 8774354 w 12192000"/>
              <a:gd name="connsiteY204" fmla="*/ 6466053 h 6858000"/>
              <a:gd name="connsiteX205" fmla="*/ 8853613 w 12192000"/>
              <a:gd name="connsiteY205" fmla="*/ 6604088 h 6858000"/>
              <a:gd name="connsiteX206" fmla="*/ 8866669 w 12192000"/>
              <a:gd name="connsiteY206" fmla="*/ 6626125 h 6858000"/>
              <a:gd name="connsiteX207" fmla="*/ 8895884 w 12192000"/>
              <a:gd name="connsiteY207" fmla="*/ 6670198 h 6858000"/>
              <a:gd name="connsiteX208" fmla="*/ 8979808 w 12192000"/>
              <a:gd name="connsiteY208" fmla="*/ 6680910 h 6858000"/>
              <a:gd name="connsiteX209" fmla="*/ 8936293 w 12192000"/>
              <a:gd name="connsiteY209" fmla="*/ 6712128 h 6858000"/>
              <a:gd name="connsiteX210" fmla="*/ 8851748 w 12192000"/>
              <a:gd name="connsiteY210" fmla="*/ 6817721 h 6858000"/>
              <a:gd name="connsiteX211" fmla="*/ 8854326 w 12192000"/>
              <a:gd name="connsiteY211" fmla="*/ 6858000 h 6858000"/>
              <a:gd name="connsiteX212" fmla="*/ 0 w 12192000"/>
              <a:gd name="connsiteY21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12192000" h="6858000">
                <a:moveTo>
                  <a:pt x="5947992" y="2457985"/>
                </a:moveTo>
                <a:cubicBezTo>
                  <a:pt x="5940097" y="2457729"/>
                  <a:pt x="5932472" y="2460803"/>
                  <a:pt x="5926156" y="2472983"/>
                </a:cubicBezTo>
                <a:cubicBezTo>
                  <a:pt x="5959722" y="2505081"/>
                  <a:pt x="6002495" y="2493015"/>
                  <a:pt x="6047792" y="2529213"/>
                </a:cubicBezTo>
                <a:cubicBezTo>
                  <a:pt x="5974160" y="2517829"/>
                  <a:pt x="5915867" y="2508723"/>
                  <a:pt x="5857576" y="2499619"/>
                </a:cubicBezTo>
                <a:cubicBezTo>
                  <a:pt x="5856491" y="2505992"/>
                  <a:pt x="5855409" y="2512367"/>
                  <a:pt x="5854328" y="2518740"/>
                </a:cubicBezTo>
                <a:cubicBezTo>
                  <a:pt x="5928861" y="2532172"/>
                  <a:pt x="5997802" y="2566775"/>
                  <a:pt x="6070351" y="2591134"/>
                </a:cubicBezTo>
                <a:cubicBezTo>
                  <a:pt x="6063673" y="2606161"/>
                  <a:pt x="6056996" y="2603200"/>
                  <a:pt x="6051040" y="2602290"/>
                </a:cubicBezTo>
                <a:cubicBezTo>
                  <a:pt x="6012239" y="2596370"/>
                  <a:pt x="5973439" y="2590453"/>
                  <a:pt x="5936261" y="2574288"/>
                </a:cubicBezTo>
                <a:cubicBezTo>
                  <a:pt x="5927960" y="2570644"/>
                  <a:pt x="5917853" y="2570644"/>
                  <a:pt x="5913160" y="2581573"/>
                </a:cubicBezTo>
                <a:cubicBezTo>
                  <a:pt x="5906483" y="2597054"/>
                  <a:pt x="5916047" y="2607071"/>
                  <a:pt x="5924531" y="2615492"/>
                </a:cubicBezTo>
                <a:cubicBezTo>
                  <a:pt x="5939329" y="2630063"/>
                  <a:pt x="5957196" y="2625966"/>
                  <a:pt x="5974341" y="2628696"/>
                </a:cubicBezTo>
                <a:cubicBezTo>
                  <a:pt x="6019999" y="2635754"/>
                  <a:pt x="6041837" y="2657837"/>
                  <a:pt x="6051944" y="2708377"/>
                </a:cubicBezTo>
                <a:cubicBezTo>
                  <a:pt x="6011879" y="2687887"/>
                  <a:pt x="5973256" y="2713157"/>
                  <a:pt x="5934457" y="2698814"/>
                </a:cubicBezTo>
                <a:cubicBezTo>
                  <a:pt x="5924351" y="2695173"/>
                  <a:pt x="5908288" y="2700635"/>
                  <a:pt x="5913702" y="2718165"/>
                </a:cubicBezTo>
                <a:cubicBezTo>
                  <a:pt x="5918755" y="2734556"/>
                  <a:pt x="5935540" y="2746393"/>
                  <a:pt x="5905761" y="2743207"/>
                </a:cubicBezTo>
                <a:cubicBezTo>
                  <a:pt x="5884465" y="2740930"/>
                  <a:pt x="5842778" y="2759370"/>
                  <a:pt x="5860282" y="2763923"/>
                </a:cubicBezTo>
                <a:cubicBezTo>
                  <a:pt x="5882300" y="2769615"/>
                  <a:pt x="5903777" y="2777811"/>
                  <a:pt x="5931750" y="2787144"/>
                </a:cubicBezTo>
                <a:cubicBezTo>
                  <a:pt x="5900888" y="2802395"/>
                  <a:pt x="5878690" y="2799208"/>
                  <a:pt x="5855409" y="2787144"/>
                </a:cubicBezTo>
                <a:cubicBezTo>
                  <a:pt x="5827256" y="2772574"/>
                  <a:pt x="5790619" y="2754817"/>
                  <a:pt x="5767701" y="2771209"/>
                </a:cubicBezTo>
                <a:cubicBezTo>
                  <a:pt x="5733410" y="2795794"/>
                  <a:pt x="5704896" y="2780314"/>
                  <a:pt x="5674216" y="2776216"/>
                </a:cubicBezTo>
                <a:cubicBezTo>
                  <a:pt x="5611774" y="2767792"/>
                  <a:pt x="5549872" y="2753678"/>
                  <a:pt x="5487249" y="2746850"/>
                </a:cubicBezTo>
                <a:cubicBezTo>
                  <a:pt x="5462163" y="2744118"/>
                  <a:pt x="5435093" y="2731143"/>
                  <a:pt x="5398276" y="2748898"/>
                </a:cubicBezTo>
                <a:cubicBezTo>
                  <a:pt x="5565032" y="2839732"/>
                  <a:pt x="5744058" y="2834041"/>
                  <a:pt x="5892947" y="2946502"/>
                </a:cubicBezTo>
                <a:cubicBezTo>
                  <a:pt x="5886631" y="2957201"/>
                  <a:pt x="5854508" y="2987707"/>
                  <a:pt x="5867682" y="2989983"/>
                </a:cubicBezTo>
                <a:cubicBezTo>
                  <a:pt x="5904678" y="2996585"/>
                  <a:pt x="5937523" y="3018895"/>
                  <a:pt x="5971273" y="3037335"/>
                </a:cubicBezTo>
                <a:cubicBezTo>
                  <a:pt x="5985891" y="3045302"/>
                  <a:pt x="6003576" y="3055776"/>
                  <a:pt x="5996719" y="3084231"/>
                </a:cubicBezTo>
                <a:cubicBezTo>
                  <a:pt x="5984267" y="3092199"/>
                  <a:pt x="5975063" y="3081044"/>
                  <a:pt x="5964776" y="3080134"/>
                </a:cubicBezTo>
                <a:cubicBezTo>
                  <a:pt x="5954308" y="3079224"/>
                  <a:pt x="5930847" y="3085141"/>
                  <a:pt x="5937344" y="3089012"/>
                </a:cubicBezTo>
                <a:cubicBezTo>
                  <a:pt x="5966942" y="3106542"/>
                  <a:pt x="5913702" y="3148657"/>
                  <a:pt x="5948713" y="3148657"/>
                </a:cubicBezTo>
                <a:cubicBezTo>
                  <a:pt x="6007366" y="3148884"/>
                  <a:pt x="6038588" y="3223555"/>
                  <a:pt x="6095075" y="3225605"/>
                </a:cubicBezTo>
                <a:cubicBezTo>
                  <a:pt x="6104098" y="3225831"/>
                  <a:pt x="6108430" y="3239035"/>
                  <a:pt x="6108249" y="3250646"/>
                </a:cubicBezTo>
                <a:cubicBezTo>
                  <a:pt x="6108249" y="3264533"/>
                  <a:pt x="6099948" y="3267037"/>
                  <a:pt x="6090744" y="3268403"/>
                </a:cubicBezTo>
                <a:cubicBezTo>
                  <a:pt x="6076667" y="3270451"/>
                  <a:pt x="6062049" y="3250646"/>
                  <a:pt x="6043461" y="3277509"/>
                </a:cubicBezTo>
                <a:cubicBezTo>
                  <a:pt x="6076847" y="3293216"/>
                  <a:pt x="6110234" y="3308925"/>
                  <a:pt x="6109692" y="3362879"/>
                </a:cubicBezTo>
                <a:cubicBezTo>
                  <a:pt x="6109513" y="3377448"/>
                  <a:pt x="6123409" y="3382912"/>
                  <a:pt x="6133877" y="3386554"/>
                </a:cubicBezTo>
                <a:cubicBezTo>
                  <a:pt x="6151202" y="3392474"/>
                  <a:pt x="6165818" y="3402946"/>
                  <a:pt x="6175205" y="3423208"/>
                </a:cubicBezTo>
                <a:cubicBezTo>
                  <a:pt x="6175023" y="3427077"/>
                  <a:pt x="6174842" y="3431175"/>
                  <a:pt x="6175926" y="3434363"/>
                </a:cubicBezTo>
                <a:cubicBezTo>
                  <a:pt x="6172859" y="3483307"/>
                  <a:pt x="6147593" y="3481940"/>
                  <a:pt x="6119620" y="3473747"/>
                </a:cubicBezTo>
                <a:cubicBezTo>
                  <a:pt x="6086232" y="3463729"/>
                  <a:pt x="6053206" y="3445516"/>
                  <a:pt x="6018015" y="3463046"/>
                </a:cubicBezTo>
                <a:cubicBezTo>
                  <a:pt x="6067646" y="3486494"/>
                  <a:pt x="6121605" y="3488316"/>
                  <a:pt x="6168166" y="3521781"/>
                </a:cubicBezTo>
                <a:cubicBezTo>
                  <a:pt x="5997802" y="3527928"/>
                  <a:pt x="5847289" y="3422296"/>
                  <a:pt x="5682157" y="3381775"/>
                </a:cubicBezTo>
                <a:cubicBezTo>
                  <a:pt x="5687753" y="3408864"/>
                  <a:pt x="5701106" y="3414328"/>
                  <a:pt x="5713198" y="3418426"/>
                </a:cubicBezTo>
                <a:cubicBezTo>
                  <a:pt x="5774197" y="3438916"/>
                  <a:pt x="5827616" y="3479666"/>
                  <a:pt x="5883202" y="3514950"/>
                </a:cubicBezTo>
                <a:cubicBezTo>
                  <a:pt x="5906121" y="3529520"/>
                  <a:pt x="5922726" y="3544092"/>
                  <a:pt x="5931387" y="3575508"/>
                </a:cubicBezTo>
                <a:cubicBezTo>
                  <a:pt x="5939149" y="3603965"/>
                  <a:pt x="5954128" y="3617168"/>
                  <a:pt x="5981919" y="3608971"/>
                </a:cubicBezTo>
                <a:cubicBezTo>
                  <a:pt x="6004478" y="3602142"/>
                  <a:pt x="6029202" y="3605784"/>
                  <a:pt x="6052845" y="3608290"/>
                </a:cubicBezTo>
                <a:cubicBezTo>
                  <a:pt x="6080096" y="3611021"/>
                  <a:pt x="6110596" y="3643120"/>
                  <a:pt x="6103196" y="3659739"/>
                </a:cubicBezTo>
                <a:cubicBezTo>
                  <a:pt x="6090564" y="3687968"/>
                  <a:pt x="6069448" y="3673853"/>
                  <a:pt x="6050680" y="3670666"/>
                </a:cubicBezTo>
                <a:cubicBezTo>
                  <a:pt x="6029383" y="3666796"/>
                  <a:pt x="5989861" y="3658828"/>
                  <a:pt x="5989139" y="3662243"/>
                </a:cubicBezTo>
                <a:cubicBezTo>
                  <a:pt x="5975242" y="3733043"/>
                  <a:pt x="5877426" y="3671351"/>
                  <a:pt x="5856311" y="3664973"/>
                </a:cubicBezTo>
                <a:cubicBezTo>
                  <a:pt x="5829964" y="3657007"/>
                  <a:pt x="5805239" y="3671577"/>
                  <a:pt x="5780153" y="3674991"/>
                </a:cubicBezTo>
                <a:cubicBezTo>
                  <a:pt x="5757776" y="3678178"/>
                  <a:pt x="5631264" y="3687968"/>
                  <a:pt x="5605096" y="3657917"/>
                </a:cubicBezTo>
                <a:cubicBezTo>
                  <a:pt x="5601487" y="3681365"/>
                  <a:pt x="5609066" y="3690927"/>
                  <a:pt x="5615384" y="3701627"/>
                </a:cubicBezTo>
                <a:cubicBezTo>
                  <a:pt x="5624226" y="3716879"/>
                  <a:pt x="5625670" y="3727579"/>
                  <a:pt x="5608886" y="3739645"/>
                </a:cubicBezTo>
                <a:cubicBezTo>
                  <a:pt x="5561061" y="3774249"/>
                  <a:pt x="5561784" y="3775386"/>
                  <a:pt x="5606359" y="3822284"/>
                </a:cubicBezTo>
                <a:cubicBezTo>
                  <a:pt x="5608526" y="3824332"/>
                  <a:pt x="5607622" y="3831162"/>
                  <a:pt x="5607984" y="3835716"/>
                </a:cubicBezTo>
                <a:cubicBezTo>
                  <a:pt x="5596254" y="3843000"/>
                  <a:pt x="5582537" y="3824787"/>
                  <a:pt x="5568822" y="3844366"/>
                </a:cubicBezTo>
                <a:cubicBezTo>
                  <a:pt x="5628557" y="3930418"/>
                  <a:pt x="5719696" y="3951589"/>
                  <a:pt x="5802171" y="4016244"/>
                </a:cubicBezTo>
                <a:cubicBezTo>
                  <a:pt x="5735397" y="4037643"/>
                  <a:pt x="5695332" y="3962973"/>
                  <a:pt x="5646244" y="3972534"/>
                </a:cubicBezTo>
                <a:cubicBezTo>
                  <a:pt x="5621699" y="3995983"/>
                  <a:pt x="5694611" y="4033546"/>
                  <a:pt x="5625129" y="4044701"/>
                </a:cubicBezTo>
                <a:cubicBezTo>
                  <a:pt x="5655268" y="4065189"/>
                  <a:pt x="5677646" y="4085221"/>
                  <a:pt x="5698400" y="4108899"/>
                </a:cubicBezTo>
                <a:cubicBezTo>
                  <a:pt x="5735397" y="4151242"/>
                  <a:pt x="5742615" y="4179015"/>
                  <a:pt x="5725470" y="4235930"/>
                </a:cubicBezTo>
                <a:cubicBezTo>
                  <a:pt x="5714280" y="4273265"/>
                  <a:pt x="5697858" y="4307641"/>
                  <a:pt x="5712295" y="4352032"/>
                </a:cubicBezTo>
                <a:cubicBezTo>
                  <a:pt x="5722402" y="4382538"/>
                  <a:pt x="5718431" y="4402571"/>
                  <a:pt x="5680894" y="4388911"/>
                </a:cubicBezTo>
                <a:cubicBezTo>
                  <a:pt x="5640469" y="4374341"/>
                  <a:pt x="5625311" y="4401660"/>
                  <a:pt x="5635415" y="4455158"/>
                </a:cubicBezTo>
                <a:cubicBezTo>
                  <a:pt x="5641912" y="4489535"/>
                  <a:pt x="5635053" y="4500006"/>
                  <a:pt x="5607263" y="4496136"/>
                </a:cubicBezTo>
                <a:cubicBezTo>
                  <a:pt x="5576581" y="4491811"/>
                  <a:pt x="5547347" y="4469272"/>
                  <a:pt x="5509446" y="4480201"/>
                </a:cubicBezTo>
                <a:cubicBezTo>
                  <a:pt x="5539765" y="4542578"/>
                  <a:pt x="5604556" y="4524821"/>
                  <a:pt x="5639928" y="4584239"/>
                </a:cubicBezTo>
                <a:cubicBezTo>
                  <a:pt x="5597697" y="4584465"/>
                  <a:pt x="5565392" y="4584239"/>
                  <a:pt x="5534171" y="4571262"/>
                </a:cubicBezTo>
                <a:cubicBezTo>
                  <a:pt x="5521177" y="4566025"/>
                  <a:pt x="5506919" y="4560563"/>
                  <a:pt x="5499701" y="4578547"/>
                </a:cubicBezTo>
                <a:cubicBezTo>
                  <a:pt x="5491219" y="4600174"/>
                  <a:pt x="5508725" y="4608370"/>
                  <a:pt x="5519373" y="4612239"/>
                </a:cubicBezTo>
                <a:cubicBezTo>
                  <a:pt x="5549331" y="4623167"/>
                  <a:pt x="5572251" y="4649119"/>
                  <a:pt x="5596974" y="4669379"/>
                </a:cubicBezTo>
                <a:cubicBezTo>
                  <a:pt x="5651296" y="4713773"/>
                  <a:pt x="5710854" y="4750880"/>
                  <a:pt x="5756873" y="4824185"/>
                </a:cubicBezTo>
                <a:cubicBezTo>
                  <a:pt x="5698941" y="4805517"/>
                  <a:pt x="5655808" y="4762036"/>
                  <a:pt x="5602028" y="4753158"/>
                </a:cubicBezTo>
                <a:cubicBezTo>
                  <a:pt x="5648590" y="4819860"/>
                  <a:pt x="5708506" y="4863796"/>
                  <a:pt x="5765173" y="4912286"/>
                </a:cubicBezTo>
                <a:cubicBezTo>
                  <a:pt x="5781416" y="4925946"/>
                  <a:pt x="5797839" y="4935280"/>
                  <a:pt x="5801450" y="4965101"/>
                </a:cubicBezTo>
                <a:cubicBezTo>
                  <a:pt x="5808487" y="5022926"/>
                  <a:pt x="5829602" y="5070733"/>
                  <a:pt x="5874721" y="5096229"/>
                </a:cubicBezTo>
                <a:cubicBezTo>
                  <a:pt x="5875080" y="5096458"/>
                  <a:pt x="5872555" y="5105110"/>
                  <a:pt x="5871110" y="5111026"/>
                </a:cubicBezTo>
                <a:cubicBezTo>
                  <a:pt x="5843499" y="5112849"/>
                  <a:pt x="5821663" y="5078700"/>
                  <a:pt x="5786469" y="5089855"/>
                </a:cubicBezTo>
                <a:cubicBezTo>
                  <a:pt x="5820218" y="5136296"/>
                  <a:pt x="5848372" y="5177958"/>
                  <a:pt x="5896196" y="5200041"/>
                </a:cubicBezTo>
                <a:cubicBezTo>
                  <a:pt x="5934457" y="5217568"/>
                  <a:pt x="5981739" y="5227813"/>
                  <a:pt x="6009534" y="5284725"/>
                </a:cubicBezTo>
                <a:cubicBezTo>
                  <a:pt x="5977228" y="5295882"/>
                  <a:pt x="5953224" y="5281769"/>
                  <a:pt x="5929042" y="5271751"/>
                </a:cubicBezTo>
                <a:cubicBezTo>
                  <a:pt x="5892045" y="5256270"/>
                  <a:pt x="5855409" y="5238742"/>
                  <a:pt x="5818413" y="5223260"/>
                </a:cubicBezTo>
                <a:cubicBezTo>
                  <a:pt x="5804336" y="5217341"/>
                  <a:pt x="5788996" y="5213242"/>
                  <a:pt x="5779973" y="5241473"/>
                </a:cubicBezTo>
                <a:cubicBezTo>
                  <a:pt x="5827077" y="5247392"/>
                  <a:pt x="5855230" y="5285637"/>
                  <a:pt x="5884826" y="5321606"/>
                </a:cubicBezTo>
                <a:cubicBezTo>
                  <a:pt x="5901430" y="5341868"/>
                  <a:pt x="5914966" y="5368959"/>
                  <a:pt x="5944924" y="5358715"/>
                </a:cubicBezTo>
                <a:cubicBezTo>
                  <a:pt x="5960626" y="5353252"/>
                  <a:pt x="5970550" y="5368502"/>
                  <a:pt x="5968926" y="5387170"/>
                </a:cubicBezTo>
                <a:cubicBezTo>
                  <a:pt x="5962971" y="5452963"/>
                  <a:pt x="5999606" y="5475955"/>
                  <a:pt x="6037505" y="5488704"/>
                </a:cubicBezTo>
                <a:cubicBezTo>
                  <a:pt x="6109333" y="5512608"/>
                  <a:pt x="6169069" y="5568837"/>
                  <a:pt x="6238910" y="5599571"/>
                </a:cubicBezTo>
                <a:cubicBezTo>
                  <a:pt x="6306768" y="5629394"/>
                  <a:pt x="6359285" y="5700193"/>
                  <a:pt x="6427321" y="5737302"/>
                </a:cubicBezTo>
                <a:cubicBezTo>
                  <a:pt x="6476592" y="5764165"/>
                  <a:pt x="6523694" y="5798767"/>
                  <a:pt x="6574408" y="5823126"/>
                </a:cubicBezTo>
                <a:cubicBezTo>
                  <a:pt x="6694419" y="5880723"/>
                  <a:pt x="6816779" y="5926936"/>
                  <a:pt x="6946177" y="5933538"/>
                </a:cubicBezTo>
                <a:cubicBezTo>
                  <a:pt x="7053016" y="5938775"/>
                  <a:pt x="7979734" y="5933767"/>
                  <a:pt x="8356197" y="5184561"/>
                </a:cubicBezTo>
                <a:cubicBezTo>
                  <a:pt x="8363416" y="5180917"/>
                  <a:pt x="8371536" y="5171356"/>
                  <a:pt x="8374063" y="5162249"/>
                </a:cubicBezTo>
                <a:cubicBezTo>
                  <a:pt x="8386155" y="5119678"/>
                  <a:pt x="8415752" y="5101238"/>
                  <a:pt x="8442461" y="5078246"/>
                </a:cubicBezTo>
                <a:cubicBezTo>
                  <a:pt x="8465923" y="5057984"/>
                  <a:pt x="8490829" y="5036813"/>
                  <a:pt x="8500574" y="5002664"/>
                </a:cubicBezTo>
                <a:cubicBezTo>
                  <a:pt x="8513388" y="4957134"/>
                  <a:pt x="8476933" y="4994469"/>
                  <a:pt x="8470255" y="4977167"/>
                </a:cubicBezTo>
                <a:cubicBezTo>
                  <a:pt x="8484151" y="4953492"/>
                  <a:pt x="8505628" y="4931864"/>
                  <a:pt x="8511222" y="4905001"/>
                </a:cubicBezTo>
                <a:cubicBezTo>
                  <a:pt x="8531614" y="4808021"/>
                  <a:pt x="8575650" y="4737448"/>
                  <a:pt x="8641522" y="4682584"/>
                </a:cubicBezTo>
                <a:cubicBezTo>
                  <a:pt x="8660471" y="4666876"/>
                  <a:pt x="8672923" y="4638191"/>
                  <a:pt x="8698730" y="4633640"/>
                </a:cubicBezTo>
                <a:cubicBezTo>
                  <a:pt x="8756120" y="4623622"/>
                  <a:pt x="8738073" y="4545310"/>
                  <a:pt x="8768393" y="4510479"/>
                </a:cubicBezTo>
                <a:cubicBezTo>
                  <a:pt x="8774168" y="4503875"/>
                  <a:pt x="8779401" y="4490901"/>
                  <a:pt x="8778319" y="4482024"/>
                </a:cubicBezTo>
                <a:cubicBezTo>
                  <a:pt x="8776696" y="4469272"/>
                  <a:pt x="8769837" y="4457207"/>
                  <a:pt x="8764062" y="4445824"/>
                </a:cubicBezTo>
                <a:cubicBezTo>
                  <a:pt x="8758106" y="4434442"/>
                  <a:pt x="8749083" y="4424425"/>
                  <a:pt x="8753414" y="4409400"/>
                </a:cubicBezTo>
                <a:cubicBezTo>
                  <a:pt x="8755217" y="4403254"/>
                  <a:pt x="8753956" y="4381855"/>
                  <a:pt x="8767310" y="4398700"/>
                </a:cubicBezTo>
                <a:cubicBezTo>
                  <a:pt x="8803945" y="4444915"/>
                  <a:pt x="8825242" y="4401206"/>
                  <a:pt x="8856643" y="4380261"/>
                </a:cubicBezTo>
                <a:cubicBezTo>
                  <a:pt x="8831377" y="4358633"/>
                  <a:pt x="8808638" y="4343381"/>
                  <a:pt x="8804848" y="4311055"/>
                </a:cubicBezTo>
                <a:cubicBezTo>
                  <a:pt x="8797088" y="4244352"/>
                  <a:pt x="8763883" y="4213847"/>
                  <a:pt x="8713530" y="4207927"/>
                </a:cubicBezTo>
                <a:cubicBezTo>
                  <a:pt x="8732118" y="4143502"/>
                  <a:pt x="8732118" y="4143502"/>
                  <a:pt x="8672022" y="4134623"/>
                </a:cubicBezTo>
                <a:cubicBezTo>
                  <a:pt x="8695122" y="4093646"/>
                  <a:pt x="8695122" y="4083174"/>
                  <a:pt x="8667148" y="4069059"/>
                </a:cubicBezTo>
                <a:cubicBezTo>
                  <a:pt x="8640258" y="4055627"/>
                  <a:pt x="8610481" y="4051074"/>
                  <a:pt x="8585575" y="4030359"/>
                </a:cubicBezTo>
                <a:cubicBezTo>
                  <a:pt x="8608496" y="3977998"/>
                  <a:pt x="8614992" y="3917215"/>
                  <a:pt x="8662275" y="3891717"/>
                </a:cubicBezTo>
                <a:cubicBezTo>
                  <a:pt x="8669675" y="3887847"/>
                  <a:pt x="8674728" y="3872139"/>
                  <a:pt x="8670037" y="3863033"/>
                </a:cubicBezTo>
                <a:cubicBezTo>
                  <a:pt x="8652891" y="3830024"/>
                  <a:pt x="8677435" y="3767419"/>
                  <a:pt x="8624017" y="3760362"/>
                </a:cubicBezTo>
                <a:cubicBezTo>
                  <a:pt x="8617338" y="3759679"/>
                  <a:pt x="8611202" y="3752848"/>
                  <a:pt x="8616436" y="3743970"/>
                </a:cubicBezTo>
                <a:cubicBezTo>
                  <a:pt x="8634484" y="3713010"/>
                  <a:pt x="8612646" y="3715058"/>
                  <a:pt x="8599473" y="3711188"/>
                </a:cubicBezTo>
                <a:cubicBezTo>
                  <a:pt x="8583590" y="3706409"/>
                  <a:pt x="8565543" y="3720067"/>
                  <a:pt x="8550745" y="3703220"/>
                </a:cubicBezTo>
                <a:cubicBezTo>
                  <a:pt x="8554174" y="3685463"/>
                  <a:pt x="8566987" y="3685690"/>
                  <a:pt x="8576010" y="3680000"/>
                </a:cubicBezTo>
                <a:cubicBezTo>
                  <a:pt x="8602359" y="3663608"/>
                  <a:pt x="8623836" y="3644031"/>
                  <a:pt x="8625100" y="3601459"/>
                </a:cubicBezTo>
                <a:cubicBezTo>
                  <a:pt x="8626001" y="3567084"/>
                  <a:pt x="8628889" y="3536807"/>
                  <a:pt x="8592433" y="3526333"/>
                </a:cubicBezTo>
                <a:cubicBezTo>
                  <a:pt x="8577274" y="3522007"/>
                  <a:pt x="8581606" y="3497194"/>
                  <a:pt x="8590269" y="3484900"/>
                </a:cubicBezTo>
                <a:cubicBezTo>
                  <a:pt x="8605789" y="3463046"/>
                  <a:pt x="8618601" y="3433907"/>
                  <a:pt x="8645312" y="3431858"/>
                </a:cubicBezTo>
                <a:cubicBezTo>
                  <a:pt x="8661554" y="3430493"/>
                  <a:pt x="8674007" y="3421385"/>
                  <a:pt x="8686820" y="3410914"/>
                </a:cubicBezTo>
                <a:cubicBezTo>
                  <a:pt x="8696024" y="3403399"/>
                  <a:pt x="8707033" y="3397026"/>
                  <a:pt x="8705950" y="3380864"/>
                </a:cubicBezTo>
                <a:cubicBezTo>
                  <a:pt x="8704867" y="3365383"/>
                  <a:pt x="8694220" y="3359009"/>
                  <a:pt x="8683391" y="3355822"/>
                </a:cubicBezTo>
                <a:cubicBezTo>
                  <a:pt x="8647296" y="3345578"/>
                  <a:pt x="8613369" y="3330552"/>
                  <a:pt x="8583229" y="3296177"/>
                </a:cubicBezTo>
                <a:cubicBezTo>
                  <a:pt x="8603262" y="3277964"/>
                  <a:pt x="8622392" y="3264761"/>
                  <a:pt x="8637190" y="3246320"/>
                </a:cubicBezTo>
                <a:cubicBezTo>
                  <a:pt x="8672923" y="3201702"/>
                  <a:pt x="8370273" y="3061239"/>
                  <a:pt x="8355114" y="3011154"/>
                </a:cubicBezTo>
                <a:cubicBezTo>
                  <a:pt x="8350422" y="2995674"/>
                  <a:pt x="8334361" y="2979739"/>
                  <a:pt x="8321004" y="2975186"/>
                </a:cubicBezTo>
                <a:cubicBezTo>
                  <a:pt x="8258382" y="2953786"/>
                  <a:pt x="8204061" y="2905750"/>
                  <a:pt x="8139993" y="2887993"/>
                </a:cubicBezTo>
                <a:cubicBezTo>
                  <a:pt x="8079535" y="2871148"/>
                  <a:pt x="8019980" y="2848609"/>
                  <a:pt x="7953747" y="2826301"/>
                </a:cubicBezTo>
                <a:cubicBezTo>
                  <a:pt x="7994353" y="2770297"/>
                  <a:pt x="8066361" y="2776900"/>
                  <a:pt x="8083145" y="2696083"/>
                </a:cubicBezTo>
                <a:cubicBezTo>
                  <a:pt x="8017633" y="2675138"/>
                  <a:pt x="7948695" y="2699043"/>
                  <a:pt x="7885529" y="2665804"/>
                </a:cubicBezTo>
                <a:cubicBezTo>
                  <a:pt x="7880115" y="2662846"/>
                  <a:pt x="7872715" y="2665804"/>
                  <a:pt x="7866219" y="2666715"/>
                </a:cubicBezTo>
                <a:cubicBezTo>
                  <a:pt x="7736099" y="2684472"/>
                  <a:pt x="7606520" y="2668993"/>
                  <a:pt x="7478205" y="2646681"/>
                </a:cubicBezTo>
                <a:cubicBezTo>
                  <a:pt x="7293403" y="2614811"/>
                  <a:pt x="7107878" y="2594550"/>
                  <a:pt x="6921993" y="2580207"/>
                </a:cubicBezTo>
                <a:cubicBezTo>
                  <a:pt x="6768412" y="2568368"/>
                  <a:pt x="6614471" y="2563133"/>
                  <a:pt x="6461612" y="2540368"/>
                </a:cubicBezTo>
                <a:cubicBezTo>
                  <a:pt x="6298106" y="2516010"/>
                  <a:pt x="6134780" y="2488463"/>
                  <a:pt x="5971453" y="2462965"/>
                </a:cubicBezTo>
                <a:cubicBezTo>
                  <a:pt x="5964054" y="2461826"/>
                  <a:pt x="5955887" y="2458241"/>
                  <a:pt x="5947992" y="2457985"/>
                </a:cubicBezTo>
                <a:close/>
                <a:moveTo>
                  <a:pt x="0" y="0"/>
                </a:moveTo>
                <a:lnTo>
                  <a:pt x="8078332" y="0"/>
                </a:lnTo>
                <a:lnTo>
                  <a:pt x="8051806" y="19899"/>
                </a:lnTo>
                <a:cubicBezTo>
                  <a:pt x="8010559" y="45723"/>
                  <a:pt x="7966035" y="59669"/>
                  <a:pt x="7919411" y="69998"/>
                </a:cubicBezTo>
                <a:cubicBezTo>
                  <a:pt x="7900760" y="74283"/>
                  <a:pt x="7882423" y="82852"/>
                  <a:pt x="7880558" y="103665"/>
                </a:cubicBezTo>
                <a:cubicBezTo>
                  <a:pt x="7878694" y="125395"/>
                  <a:pt x="7897654" y="133963"/>
                  <a:pt x="7913505" y="144066"/>
                </a:cubicBezTo>
                <a:cubicBezTo>
                  <a:pt x="7935573" y="158143"/>
                  <a:pt x="7957019" y="170388"/>
                  <a:pt x="7984993" y="172224"/>
                </a:cubicBezTo>
                <a:cubicBezTo>
                  <a:pt x="8030996" y="174978"/>
                  <a:pt x="8053062" y="214154"/>
                  <a:pt x="8079793" y="243535"/>
                </a:cubicBezTo>
                <a:cubicBezTo>
                  <a:pt x="8094711" y="260064"/>
                  <a:pt x="8102173" y="293423"/>
                  <a:pt x="8076065" y="299239"/>
                </a:cubicBezTo>
                <a:cubicBezTo>
                  <a:pt x="8013279" y="313320"/>
                  <a:pt x="8018253" y="354025"/>
                  <a:pt x="8019804" y="400240"/>
                </a:cubicBezTo>
                <a:cubicBezTo>
                  <a:pt x="8021980" y="457476"/>
                  <a:pt x="8058970" y="483796"/>
                  <a:pt x="8104349" y="505833"/>
                </a:cubicBezTo>
                <a:cubicBezTo>
                  <a:pt x="8119890" y="513484"/>
                  <a:pt x="8141956" y="513178"/>
                  <a:pt x="8147864" y="537052"/>
                </a:cubicBezTo>
                <a:cubicBezTo>
                  <a:pt x="8122377" y="559700"/>
                  <a:pt x="8091295" y="541338"/>
                  <a:pt x="8063941" y="547764"/>
                </a:cubicBezTo>
                <a:cubicBezTo>
                  <a:pt x="8041252" y="552966"/>
                  <a:pt x="8003642" y="550213"/>
                  <a:pt x="8034725" y="591836"/>
                </a:cubicBezTo>
                <a:cubicBezTo>
                  <a:pt x="8043740" y="603773"/>
                  <a:pt x="8033171" y="612956"/>
                  <a:pt x="8021669" y="613874"/>
                </a:cubicBezTo>
                <a:cubicBezTo>
                  <a:pt x="7929668" y="623362"/>
                  <a:pt x="7971939" y="707531"/>
                  <a:pt x="7942410" y="751909"/>
                </a:cubicBezTo>
                <a:cubicBezTo>
                  <a:pt x="7934331" y="764151"/>
                  <a:pt x="7943034" y="785269"/>
                  <a:pt x="7955778" y="790472"/>
                </a:cubicBezTo>
                <a:cubicBezTo>
                  <a:pt x="8037212" y="824753"/>
                  <a:pt x="8048401" y="906472"/>
                  <a:pt x="8087876" y="976867"/>
                </a:cubicBezTo>
                <a:cubicBezTo>
                  <a:pt x="8044981" y="1004717"/>
                  <a:pt x="7993697" y="1010838"/>
                  <a:pt x="7947386" y="1028897"/>
                </a:cubicBezTo>
                <a:cubicBezTo>
                  <a:pt x="7899207" y="1047873"/>
                  <a:pt x="7899207" y="1061952"/>
                  <a:pt x="7938992" y="1117042"/>
                </a:cubicBezTo>
                <a:cubicBezTo>
                  <a:pt x="7835489" y="1128980"/>
                  <a:pt x="7835489" y="1128980"/>
                  <a:pt x="7867503" y="1215596"/>
                </a:cubicBezTo>
                <a:cubicBezTo>
                  <a:pt x="7780782" y="1223554"/>
                  <a:pt x="7723594" y="1264566"/>
                  <a:pt x="7710229" y="1354244"/>
                </a:cubicBezTo>
                <a:cubicBezTo>
                  <a:pt x="7703701" y="1397704"/>
                  <a:pt x="7664539" y="1418209"/>
                  <a:pt x="7621024" y="1447286"/>
                </a:cubicBezTo>
                <a:cubicBezTo>
                  <a:pt x="7675106" y="1475446"/>
                  <a:pt x="7711784" y="1534209"/>
                  <a:pt x="7774880" y="1472076"/>
                </a:cubicBezTo>
                <a:cubicBezTo>
                  <a:pt x="7797879" y="1449429"/>
                  <a:pt x="7795707" y="1478199"/>
                  <a:pt x="7798812" y="1486462"/>
                </a:cubicBezTo>
                <a:cubicBezTo>
                  <a:pt x="7806271" y="1506661"/>
                  <a:pt x="7790732" y="1520130"/>
                  <a:pt x="7780474" y="1535432"/>
                </a:cubicBezTo>
                <a:cubicBezTo>
                  <a:pt x="7770528" y="1550736"/>
                  <a:pt x="7758715" y="1566956"/>
                  <a:pt x="7755919" y="1584099"/>
                </a:cubicBezTo>
                <a:cubicBezTo>
                  <a:pt x="7754055" y="1596034"/>
                  <a:pt x="7763068" y="1613478"/>
                  <a:pt x="7773014" y="1622355"/>
                </a:cubicBezTo>
                <a:cubicBezTo>
                  <a:pt x="7825233" y="1669183"/>
                  <a:pt x="7794151" y="1774469"/>
                  <a:pt x="7892993" y="1787937"/>
                </a:cubicBezTo>
                <a:cubicBezTo>
                  <a:pt x="7937439" y="1794056"/>
                  <a:pt x="7958885" y="1832621"/>
                  <a:pt x="7991521" y="1853739"/>
                </a:cubicBezTo>
                <a:cubicBezTo>
                  <a:pt x="8104970" y="1927500"/>
                  <a:pt x="8180811" y="2022380"/>
                  <a:pt x="8215932" y="2152764"/>
                </a:cubicBezTo>
                <a:cubicBezTo>
                  <a:pt x="8225567" y="2188879"/>
                  <a:pt x="8262556" y="2217957"/>
                  <a:pt x="8286489" y="2249786"/>
                </a:cubicBezTo>
                <a:cubicBezTo>
                  <a:pt x="8274987" y="2273047"/>
                  <a:pt x="8212203" y="2222852"/>
                  <a:pt x="8234270" y="2284064"/>
                </a:cubicBezTo>
                <a:cubicBezTo>
                  <a:pt x="8251054" y="2329975"/>
                  <a:pt x="8293949" y="2358439"/>
                  <a:pt x="8334357" y="2385679"/>
                </a:cubicBezTo>
                <a:cubicBezTo>
                  <a:pt x="8380357" y="2416591"/>
                  <a:pt x="8431331" y="2441382"/>
                  <a:pt x="8452157" y="2498616"/>
                </a:cubicBezTo>
                <a:cubicBezTo>
                  <a:pt x="8456509" y="2510859"/>
                  <a:pt x="8470494" y="2523714"/>
                  <a:pt x="8482927" y="2528612"/>
                </a:cubicBezTo>
                <a:cubicBezTo>
                  <a:pt x="9131298" y="3535869"/>
                  <a:pt x="10727356" y="3542602"/>
                  <a:pt x="10911361" y="3535561"/>
                </a:cubicBezTo>
                <a:cubicBezTo>
                  <a:pt x="11134219" y="3526686"/>
                  <a:pt x="11344956" y="3464554"/>
                  <a:pt x="11551649" y="3387120"/>
                </a:cubicBezTo>
                <a:cubicBezTo>
                  <a:pt x="11638991" y="3354371"/>
                  <a:pt x="11720114" y="3307851"/>
                  <a:pt x="11804971" y="3271735"/>
                </a:cubicBezTo>
                <a:cubicBezTo>
                  <a:pt x="11922148" y="3221845"/>
                  <a:pt x="12012596" y="3126660"/>
                  <a:pt x="12129465" y="3086565"/>
                </a:cubicBezTo>
                <a:lnTo>
                  <a:pt x="12192000" y="3060706"/>
                </a:lnTo>
                <a:lnTo>
                  <a:pt x="12192000" y="3766004"/>
                </a:lnTo>
                <a:lnTo>
                  <a:pt x="12069511" y="3730912"/>
                </a:lnTo>
                <a:cubicBezTo>
                  <a:pt x="11963133" y="3704591"/>
                  <a:pt x="11854734" y="3686839"/>
                  <a:pt x="11743305" y="3682401"/>
                </a:cubicBezTo>
                <a:cubicBezTo>
                  <a:pt x="11731805" y="3681961"/>
                  <a:pt x="11714789" y="3681575"/>
                  <a:pt x="11692833" y="3681484"/>
                </a:cubicBezTo>
                <a:cubicBezTo>
                  <a:pt x="11363495" y="3680110"/>
                  <a:pt x="9922719" y="3745047"/>
                  <a:pt x="9314871" y="4689350"/>
                </a:cubicBezTo>
                <a:cubicBezTo>
                  <a:pt x="9302438" y="4694248"/>
                  <a:pt x="9288453" y="4707103"/>
                  <a:pt x="9284101" y="4719346"/>
                </a:cubicBezTo>
                <a:cubicBezTo>
                  <a:pt x="9263275" y="4776580"/>
                  <a:pt x="9212301" y="4801371"/>
                  <a:pt x="9166300" y="4832283"/>
                </a:cubicBezTo>
                <a:cubicBezTo>
                  <a:pt x="9125893" y="4859523"/>
                  <a:pt x="9082998" y="4887987"/>
                  <a:pt x="9066214" y="4933898"/>
                </a:cubicBezTo>
                <a:cubicBezTo>
                  <a:pt x="9044146" y="4995110"/>
                  <a:pt x="9106931" y="4944915"/>
                  <a:pt x="9118433" y="4968176"/>
                </a:cubicBezTo>
                <a:cubicBezTo>
                  <a:pt x="9094500" y="5000005"/>
                  <a:pt x="9057511" y="5029083"/>
                  <a:pt x="9047876" y="5065198"/>
                </a:cubicBezTo>
                <a:cubicBezTo>
                  <a:pt x="9012755" y="5195582"/>
                  <a:pt x="8936914" y="5290462"/>
                  <a:pt x="8823465" y="5364223"/>
                </a:cubicBezTo>
                <a:cubicBezTo>
                  <a:pt x="8790828" y="5385341"/>
                  <a:pt x="8769383" y="5423906"/>
                  <a:pt x="8724937" y="5430025"/>
                </a:cubicBezTo>
                <a:cubicBezTo>
                  <a:pt x="8626095" y="5443493"/>
                  <a:pt x="8657177" y="5548779"/>
                  <a:pt x="8604958" y="5595607"/>
                </a:cubicBezTo>
                <a:cubicBezTo>
                  <a:pt x="8595012" y="5604484"/>
                  <a:pt x="8585999" y="5621928"/>
                  <a:pt x="8587863" y="5633863"/>
                </a:cubicBezTo>
                <a:cubicBezTo>
                  <a:pt x="8590659" y="5651006"/>
                  <a:pt x="8602472" y="5667226"/>
                  <a:pt x="8612418" y="5682530"/>
                </a:cubicBezTo>
                <a:cubicBezTo>
                  <a:pt x="8622675" y="5697832"/>
                  <a:pt x="8638215" y="5711301"/>
                  <a:pt x="8630756" y="5731500"/>
                </a:cubicBezTo>
                <a:cubicBezTo>
                  <a:pt x="8627651" y="5739763"/>
                  <a:pt x="8629823" y="5768533"/>
                  <a:pt x="8606823" y="5745886"/>
                </a:cubicBezTo>
                <a:cubicBezTo>
                  <a:pt x="8543727" y="5683753"/>
                  <a:pt x="8507049" y="5742516"/>
                  <a:pt x="8452968" y="5770676"/>
                </a:cubicBezTo>
                <a:cubicBezTo>
                  <a:pt x="8496482" y="5799753"/>
                  <a:pt x="8535645" y="5820258"/>
                  <a:pt x="8542173" y="5863718"/>
                </a:cubicBezTo>
                <a:cubicBezTo>
                  <a:pt x="8555538" y="5953396"/>
                  <a:pt x="8612726" y="5994408"/>
                  <a:pt x="8699447" y="6002366"/>
                </a:cubicBezTo>
                <a:cubicBezTo>
                  <a:pt x="8667433" y="6088982"/>
                  <a:pt x="8667433" y="6088982"/>
                  <a:pt x="8770936" y="6100920"/>
                </a:cubicBezTo>
                <a:cubicBezTo>
                  <a:pt x="8731151" y="6156010"/>
                  <a:pt x="8731151" y="6170089"/>
                  <a:pt x="8779329" y="6189065"/>
                </a:cubicBezTo>
                <a:cubicBezTo>
                  <a:pt x="8825641" y="6207124"/>
                  <a:pt x="8876925" y="6213245"/>
                  <a:pt x="8919820" y="6241095"/>
                </a:cubicBezTo>
                <a:cubicBezTo>
                  <a:pt x="8880345" y="6311490"/>
                  <a:pt x="8869155" y="6393209"/>
                  <a:pt x="8787721" y="6427490"/>
                </a:cubicBezTo>
                <a:cubicBezTo>
                  <a:pt x="8774978" y="6432693"/>
                  <a:pt x="8766275" y="6453811"/>
                  <a:pt x="8774354" y="6466053"/>
                </a:cubicBezTo>
                <a:cubicBezTo>
                  <a:pt x="8803883" y="6510431"/>
                  <a:pt x="8761612" y="6594600"/>
                  <a:pt x="8853613" y="6604088"/>
                </a:cubicBezTo>
                <a:cubicBezTo>
                  <a:pt x="8865115" y="6605005"/>
                  <a:pt x="8875684" y="6614189"/>
                  <a:pt x="8866669" y="6626125"/>
                </a:cubicBezTo>
                <a:cubicBezTo>
                  <a:pt x="8835586" y="6667749"/>
                  <a:pt x="8873196" y="6664996"/>
                  <a:pt x="8895884" y="6670198"/>
                </a:cubicBezTo>
                <a:cubicBezTo>
                  <a:pt x="8923238" y="6676624"/>
                  <a:pt x="8954320" y="6658261"/>
                  <a:pt x="8979808" y="6680910"/>
                </a:cubicBezTo>
                <a:cubicBezTo>
                  <a:pt x="8973900" y="6704783"/>
                  <a:pt x="8951834" y="6704478"/>
                  <a:pt x="8936293" y="6712128"/>
                </a:cubicBezTo>
                <a:cubicBezTo>
                  <a:pt x="8890913" y="6734166"/>
                  <a:pt x="8853924" y="6760486"/>
                  <a:pt x="8851748" y="6817721"/>
                </a:cubicBezTo>
                <a:lnTo>
                  <a:pt x="8854326" y="6858000"/>
                </a:lnTo>
                <a:lnTo>
                  <a:pt x="0" y="6858000"/>
                </a:lnTo>
                <a:close/>
              </a:path>
            </a:pathLst>
          </a:custGeom>
          <a:solidFill>
            <a:schemeClr val="bg2">
              <a:alpha val="50000"/>
            </a:schemeClr>
          </a:solidFill>
          <a:ln w="32707" cap="flat">
            <a:noFill/>
            <a:prstDash val="solid"/>
            <a:miter/>
          </a:ln>
        </p:spPr>
        <p:txBody>
          <a:bodyPr rtlCol="0" anchor="ctr"/>
          <a:lstStyle/>
          <a:p>
            <a:pPr defTabSz="457200"/>
            <a:endParaRPr lang="en-US">
              <a:solidFill>
                <a:schemeClr val="tx1"/>
              </a:solidFill>
            </a:endParaRPr>
          </a:p>
        </p:txBody>
      </p:sp>
      <p:sp>
        <p:nvSpPr>
          <p:cNvPr id="3" name="Espace réservé du contenu 2">
            <a:extLst>
              <a:ext uri="{FF2B5EF4-FFF2-40B4-BE49-F238E27FC236}">
                <a16:creationId xmlns:a16="http://schemas.microsoft.com/office/drawing/2014/main" id="{8AC4D9B0-71E8-F885-6AA7-ABA12973AA51}"/>
              </a:ext>
            </a:extLst>
          </p:cNvPr>
          <p:cNvSpPr>
            <a:spLocks noGrp="1"/>
          </p:cNvSpPr>
          <p:nvPr>
            <p:ph idx="1"/>
          </p:nvPr>
        </p:nvSpPr>
        <p:spPr>
          <a:xfrm>
            <a:off x="618718" y="1622071"/>
            <a:ext cx="4960986" cy="4676095"/>
          </a:xfrm>
        </p:spPr>
        <p:txBody>
          <a:bodyPr vert="horz" lIns="91440" tIns="45720" rIns="91440" bIns="45720" rtlCol="0">
            <a:normAutofit fontScale="92500" lnSpcReduction="20000"/>
          </a:bodyPr>
          <a:lstStyle/>
          <a:p>
            <a:pPr>
              <a:lnSpc>
                <a:spcPct val="107000"/>
              </a:lnSpc>
              <a:spcAft>
                <a:spcPts val="800"/>
              </a:spcAft>
            </a:pPr>
            <a:r>
              <a:rPr lang="fr-FR" sz="2400" b="1" dirty="0" err="1">
                <a:effectLst/>
                <a:latin typeface="+mj-lt"/>
                <a:ea typeface="Calibri" panose="020F0502020204030204" pitchFamily="34" charset="0"/>
                <a:cs typeface="Arial" panose="020B0604020202020204" pitchFamily="34" charset="0"/>
              </a:rPr>
              <a:t>Firebase</a:t>
            </a:r>
            <a:r>
              <a:rPr lang="fr-FR" sz="2400" b="1" dirty="0">
                <a:effectLst/>
                <a:latin typeface="+mj-lt"/>
                <a:ea typeface="Calibri" panose="020F0502020204030204" pitchFamily="34" charset="0"/>
                <a:cs typeface="Arial" panose="020B0604020202020204" pitchFamily="34" charset="0"/>
              </a:rPr>
              <a:t> Cloud </a:t>
            </a:r>
            <a:r>
              <a:rPr lang="fr-FR" sz="2400" b="1" dirty="0" err="1">
                <a:effectLst/>
                <a:latin typeface="+mj-lt"/>
                <a:ea typeface="Calibri" panose="020F0502020204030204" pitchFamily="34" charset="0"/>
                <a:cs typeface="Arial" panose="020B0604020202020204" pitchFamily="34" charset="0"/>
              </a:rPr>
              <a:t>Firestore</a:t>
            </a:r>
            <a:r>
              <a:rPr lang="fr-FR" sz="2400" b="1" dirty="0">
                <a:effectLst/>
                <a:latin typeface="+mj-lt"/>
                <a:ea typeface="Calibri" panose="020F0502020204030204" pitchFamily="34" charset="0"/>
                <a:cs typeface="Arial" panose="020B0604020202020204" pitchFamily="34" charset="0"/>
              </a:rPr>
              <a:t> </a:t>
            </a:r>
            <a:r>
              <a:rPr lang="fr-FR" sz="2400" dirty="0">
                <a:effectLst/>
                <a:latin typeface="+mj-lt"/>
                <a:ea typeface="Calibri" panose="020F0502020204030204" pitchFamily="34" charset="0"/>
                <a:cs typeface="Arial" panose="020B0604020202020204" pitchFamily="34" charset="0"/>
              </a:rPr>
              <a:t>est une base de données NoSQL flexible et évolutive, hébergée dans le cloud et orientée documents, conçue pour le développement d'applications mobiles et web</a:t>
            </a:r>
          </a:p>
          <a:p>
            <a:pPr>
              <a:lnSpc>
                <a:spcPct val="107000"/>
              </a:lnSpc>
              <a:spcAft>
                <a:spcPts val="800"/>
              </a:spcAft>
            </a:pPr>
            <a:r>
              <a:rPr lang="fr-FR" sz="2100" b="1" dirty="0">
                <a:ea typeface="+mn-lt"/>
                <a:cs typeface="+mn-lt"/>
              </a:rPr>
              <a:t>L'API Google Gemini </a:t>
            </a:r>
            <a:r>
              <a:rPr lang="fr-FR" sz="2100" dirty="0">
                <a:ea typeface="+mn-lt"/>
                <a:cs typeface="+mn-lt"/>
              </a:rPr>
              <a:t>permet aux développeurs d'intégrer les modèles d'intelligence artificielle les plus avancés de Google (Gemini 1.5 Pro, Flash) directement dans leurs applications</a:t>
            </a:r>
          </a:p>
          <a:p>
            <a:pPr>
              <a:lnSpc>
                <a:spcPct val="107000"/>
              </a:lnSpc>
              <a:spcAft>
                <a:spcPts val="800"/>
              </a:spcAft>
            </a:pPr>
            <a:r>
              <a:rPr lang="fr-FR" sz="2100" b="1" dirty="0">
                <a:effectLst/>
                <a:latin typeface="+mj-lt"/>
                <a:ea typeface="Calibri" panose="020F0502020204030204" pitchFamily="34" charset="0"/>
                <a:cs typeface="Arial" panose="020B0604020202020204" pitchFamily="34" charset="0"/>
              </a:rPr>
              <a:t>JDK </a:t>
            </a:r>
            <a:r>
              <a:rPr lang="fr-FR" sz="2100" dirty="0">
                <a:effectLst/>
                <a:latin typeface="+mj-lt"/>
                <a:ea typeface="Calibri" panose="020F0502020204030204" pitchFamily="34" charset="0"/>
                <a:cs typeface="Arial" panose="020B0604020202020204" pitchFamily="34" charset="0"/>
              </a:rPr>
              <a:t>17 est la version de Java recommandée et par défaut pour les versions récentes d'Android Studio</a:t>
            </a:r>
            <a:endParaRPr lang="fr-FR" sz="1800" dirty="0">
              <a:effectLst/>
              <a:latin typeface="+mj-lt"/>
              <a:ea typeface="Calibri" panose="020F0502020204030204" pitchFamily="34" charset="0"/>
              <a:cs typeface="Arial" panose="020B0604020202020204" pitchFamily="34" charset="0"/>
            </a:endParaRPr>
          </a:p>
        </p:txBody>
      </p:sp>
      <p:pic>
        <p:nvPicPr>
          <p:cNvPr id="2" name="Image 1">
            <a:extLst>
              <a:ext uri="{FF2B5EF4-FFF2-40B4-BE49-F238E27FC236}">
                <a16:creationId xmlns:a16="http://schemas.microsoft.com/office/drawing/2014/main" id="{FED2C652-3E5A-378F-0405-CCFE16E740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29014" y="765110"/>
            <a:ext cx="3192780" cy="977265"/>
          </a:xfrm>
          <a:prstGeom prst="rect">
            <a:avLst/>
          </a:prstGeom>
        </p:spPr>
      </p:pic>
      <p:pic>
        <p:nvPicPr>
          <p:cNvPr id="5" name="Image 4">
            <a:extLst>
              <a:ext uri="{FF2B5EF4-FFF2-40B4-BE49-F238E27FC236}">
                <a16:creationId xmlns:a16="http://schemas.microsoft.com/office/drawing/2014/main" id="{AFB9B2E2-652E-2821-8D6A-E5CABB607E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729671"/>
            <a:ext cx="2096492" cy="1048246"/>
          </a:xfrm>
          <a:prstGeom prst="rect">
            <a:avLst/>
          </a:prstGeom>
        </p:spPr>
      </p:pic>
      <p:pic>
        <p:nvPicPr>
          <p:cNvPr id="7" name="Image 6">
            <a:extLst>
              <a:ext uri="{FF2B5EF4-FFF2-40B4-BE49-F238E27FC236}">
                <a16:creationId xmlns:a16="http://schemas.microsoft.com/office/drawing/2014/main" id="{4768C293-7BE1-5CC1-C84F-966B559E48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89169" y="4907981"/>
            <a:ext cx="3074979" cy="1390185"/>
          </a:xfrm>
          <a:prstGeom prst="rect">
            <a:avLst/>
          </a:prstGeom>
        </p:spPr>
      </p:pic>
    </p:spTree>
    <p:extLst>
      <p:ext uri="{BB962C8B-B14F-4D97-AF65-F5344CB8AC3E}">
        <p14:creationId xmlns:p14="http://schemas.microsoft.com/office/powerpoint/2010/main" val="3120861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2E41BF7-7DDA-3D03-D7A5-6D74873633FF}"/>
              </a:ext>
            </a:extLst>
          </p:cNvPr>
          <p:cNvSpPr>
            <a:spLocks noGrp="1"/>
          </p:cNvSpPr>
          <p:nvPr>
            <p:ph type="title"/>
          </p:nvPr>
        </p:nvSpPr>
        <p:spPr>
          <a:xfrm>
            <a:off x="630936" y="502920"/>
            <a:ext cx="3419856" cy="1463040"/>
          </a:xfrm>
        </p:spPr>
        <p:txBody>
          <a:bodyPr anchor="ctr">
            <a:normAutofit/>
          </a:bodyPr>
          <a:lstStyle/>
          <a:p>
            <a:r>
              <a:rPr lang="fr-FR" sz="4800"/>
              <a:t>Diagramme UML</a:t>
            </a:r>
          </a:p>
        </p:txBody>
      </p:sp>
      <p:sp>
        <p:nvSpPr>
          <p:cNvPr id="21"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A43C6612-5A8C-2807-DC18-87C7C7DC8E03}"/>
              </a:ext>
            </a:extLst>
          </p:cNvPr>
          <p:cNvSpPr>
            <a:spLocks noGrp="1"/>
          </p:cNvSpPr>
          <p:nvPr>
            <p:ph idx="1"/>
          </p:nvPr>
        </p:nvSpPr>
        <p:spPr>
          <a:xfrm>
            <a:off x="235437" y="2468880"/>
            <a:ext cx="4981122" cy="3185471"/>
          </a:xfrm>
        </p:spPr>
        <p:txBody>
          <a:bodyPr vert="horz" lIns="91440" tIns="45720" rIns="91440" bIns="45720" rtlCol="0" anchor="ctr">
            <a:normAutofit/>
          </a:bodyPr>
          <a:lstStyle/>
          <a:p>
            <a:r>
              <a:rPr lang="fr-MA" sz="2400" dirty="0"/>
              <a:t>Le diagramme des cas d’utilisation permet de représenter les interactions entre les acteurs et le système.</a:t>
            </a:r>
          </a:p>
          <a:p>
            <a:r>
              <a:rPr lang="fr-MA" sz="2400" b="1" dirty="0"/>
              <a:t>Acteurs du système</a:t>
            </a:r>
            <a:endParaRPr lang="fr-MA" sz="2400" dirty="0"/>
          </a:p>
          <a:p>
            <a:pPr lvl="0"/>
            <a:r>
              <a:rPr lang="fr-MA" sz="2400" b="1" dirty="0"/>
              <a:t>Utilisateur (Apprenant)</a:t>
            </a:r>
            <a:r>
              <a:rPr lang="fr-MA" sz="2400" dirty="0"/>
              <a:t> </a:t>
            </a:r>
          </a:p>
          <a:p>
            <a:r>
              <a:rPr lang="fr-MA" sz="2400" b="1" dirty="0"/>
              <a:t>Administrateur</a:t>
            </a:r>
            <a:endParaRPr lang="fr-MA" sz="2400" dirty="0"/>
          </a:p>
        </p:txBody>
      </p:sp>
      <p:pic>
        <p:nvPicPr>
          <p:cNvPr id="5" name="Image 4">
            <a:extLst>
              <a:ext uri="{FF2B5EF4-FFF2-40B4-BE49-F238E27FC236}">
                <a16:creationId xmlns:a16="http://schemas.microsoft.com/office/drawing/2014/main" id="{3B991508-0041-B0D2-0C12-E18AD58A95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4288" y="53163"/>
            <a:ext cx="5842275" cy="6751674"/>
          </a:xfrm>
          <a:prstGeom prst="rect">
            <a:avLst/>
          </a:prstGeom>
        </p:spPr>
      </p:pic>
    </p:spTree>
    <p:extLst>
      <p:ext uri="{BB962C8B-B14F-4D97-AF65-F5344CB8AC3E}">
        <p14:creationId xmlns:p14="http://schemas.microsoft.com/office/powerpoint/2010/main" val="3801923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D45D08C9-4264-049B-4BD1-F6F392C7B48C}"/>
              </a:ext>
            </a:extLst>
          </p:cNvPr>
          <p:cNvSpPr>
            <a:spLocks noGrp="1"/>
          </p:cNvSpPr>
          <p:nvPr>
            <p:ph type="title"/>
          </p:nvPr>
        </p:nvSpPr>
        <p:spPr>
          <a:xfrm>
            <a:off x="321696" y="1956390"/>
            <a:ext cx="4620584" cy="2254753"/>
          </a:xfrm>
        </p:spPr>
        <p:txBody>
          <a:bodyPr vert="horz" lIns="91440" tIns="45720" rIns="91440" bIns="45720" rtlCol="0" anchor="b">
            <a:normAutofit/>
          </a:bodyPr>
          <a:lstStyle/>
          <a:p>
            <a:r>
              <a:rPr lang="en-US" b="1" kern="1200" dirty="0" err="1">
                <a:solidFill>
                  <a:schemeClr val="tx1"/>
                </a:solidFill>
                <a:effectLst/>
                <a:latin typeface="+mj-lt"/>
                <a:ea typeface="+mj-ea"/>
                <a:cs typeface="+mj-cs"/>
              </a:rPr>
              <a:t>Modèle</a:t>
            </a:r>
            <a:r>
              <a:rPr lang="en-US" b="1" kern="1200" dirty="0">
                <a:solidFill>
                  <a:schemeClr val="tx1"/>
                </a:solidFill>
                <a:effectLst/>
                <a:latin typeface="+mj-lt"/>
                <a:ea typeface="+mj-ea"/>
                <a:cs typeface="+mj-cs"/>
              </a:rPr>
              <a:t> </a:t>
            </a:r>
            <a:r>
              <a:rPr lang="en-US" b="1" kern="1200" dirty="0" err="1">
                <a:solidFill>
                  <a:schemeClr val="tx1"/>
                </a:solidFill>
                <a:effectLst/>
                <a:latin typeface="+mj-lt"/>
                <a:ea typeface="+mj-ea"/>
                <a:cs typeface="+mj-cs"/>
              </a:rPr>
              <a:t>statique</a:t>
            </a:r>
            <a:r>
              <a:rPr lang="en-US" b="1" kern="1200" dirty="0">
                <a:solidFill>
                  <a:schemeClr val="tx1"/>
                </a:solidFill>
                <a:effectLst/>
                <a:latin typeface="+mj-lt"/>
                <a:ea typeface="+mj-ea"/>
                <a:cs typeface="+mj-cs"/>
              </a:rPr>
              <a:t> (</a:t>
            </a:r>
            <a:r>
              <a:rPr lang="en-US" b="1" kern="1200" dirty="0" err="1">
                <a:solidFill>
                  <a:schemeClr val="tx1"/>
                </a:solidFill>
                <a:effectLst/>
                <a:latin typeface="+mj-lt"/>
                <a:ea typeface="+mj-ea"/>
                <a:cs typeface="+mj-cs"/>
              </a:rPr>
              <a:t>diagrammes</a:t>
            </a:r>
            <a:r>
              <a:rPr lang="en-US" b="1" kern="1200" dirty="0">
                <a:solidFill>
                  <a:schemeClr val="tx1"/>
                </a:solidFill>
                <a:effectLst/>
                <a:latin typeface="+mj-lt"/>
                <a:ea typeface="+mj-ea"/>
                <a:cs typeface="+mj-cs"/>
              </a:rPr>
              <a:t> de </a:t>
            </a:r>
            <a:r>
              <a:rPr lang="en-US" b="1" kern="1200" dirty="0" err="1">
                <a:solidFill>
                  <a:schemeClr val="tx1"/>
                </a:solidFill>
                <a:effectLst/>
                <a:latin typeface="+mj-lt"/>
                <a:ea typeface="+mj-ea"/>
                <a:cs typeface="+mj-cs"/>
              </a:rPr>
              <a:t>classe</a:t>
            </a:r>
            <a:r>
              <a:rPr lang="en-US" b="1" kern="1200" dirty="0">
                <a:solidFill>
                  <a:schemeClr val="tx1"/>
                </a:solidFill>
                <a:effectLst/>
                <a:latin typeface="+mj-lt"/>
                <a:ea typeface="+mj-ea"/>
                <a:cs typeface="+mj-cs"/>
              </a:rPr>
              <a:t>)</a:t>
            </a:r>
            <a:endParaRPr lang="en-US" kern="1200" dirty="0">
              <a:solidFill>
                <a:schemeClr val="tx1"/>
              </a:solidFill>
              <a:latin typeface="+mj-lt"/>
              <a:ea typeface="+mj-ea"/>
              <a:cs typeface="+mj-cs"/>
            </a:endParaRPr>
          </a:p>
        </p:txBody>
      </p:sp>
      <p:pic>
        <p:nvPicPr>
          <p:cNvPr id="4" name="Image 3">
            <a:extLst>
              <a:ext uri="{FF2B5EF4-FFF2-40B4-BE49-F238E27FC236}">
                <a16:creationId xmlns:a16="http://schemas.microsoft.com/office/drawing/2014/main" id="{BDA12296-6C77-3EE4-2AA8-0148280D98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4481" y="174924"/>
            <a:ext cx="5760720" cy="6508151"/>
          </a:xfrm>
          <a:prstGeom prst="rect">
            <a:avLst/>
          </a:prstGeom>
        </p:spPr>
      </p:pic>
    </p:spTree>
    <p:extLst>
      <p:ext uri="{BB962C8B-B14F-4D97-AF65-F5344CB8AC3E}">
        <p14:creationId xmlns:p14="http://schemas.microsoft.com/office/powerpoint/2010/main" val="2116907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B2B6B66-DAC3-CA6F-856C-AB522356CC4D}"/>
              </a:ext>
            </a:extLst>
          </p:cNvPr>
          <p:cNvSpPr>
            <a:spLocks noGrp="1"/>
          </p:cNvSpPr>
          <p:nvPr>
            <p:ph type="title"/>
          </p:nvPr>
        </p:nvSpPr>
        <p:spPr>
          <a:xfrm>
            <a:off x="6849454" y="1809305"/>
            <a:ext cx="4992902" cy="3755642"/>
          </a:xfrm>
        </p:spPr>
        <p:txBody>
          <a:bodyPr vert="horz" lIns="91440" tIns="45720" rIns="91440" bIns="45720" rtlCol="0" anchor="t">
            <a:normAutofit/>
          </a:bodyPr>
          <a:lstStyle/>
          <a:p>
            <a:br>
              <a:rPr lang="en-US" sz="4000" dirty="0">
                <a:solidFill>
                  <a:schemeClr val="tx2"/>
                </a:solidFill>
              </a:rPr>
            </a:br>
            <a:br>
              <a:rPr lang="en-US" sz="4000" dirty="0"/>
            </a:br>
            <a:r>
              <a:rPr lang="en-US" sz="4000" b="1" kern="1200" err="1">
                <a:solidFill>
                  <a:schemeClr val="tx2"/>
                </a:solidFill>
                <a:latin typeface="+mj-lt"/>
                <a:ea typeface="+mj-ea"/>
                <a:cs typeface="+mj-cs"/>
              </a:rPr>
              <a:t>Exemple</a:t>
            </a:r>
            <a:r>
              <a:rPr lang="en-US" sz="4000" b="1" kern="1200" dirty="0">
                <a:solidFill>
                  <a:schemeClr val="tx2"/>
                </a:solidFill>
                <a:latin typeface="+mj-lt"/>
                <a:ea typeface="+mj-ea"/>
                <a:cs typeface="+mj-cs"/>
              </a:rPr>
              <a:t> de </a:t>
            </a:r>
            <a:r>
              <a:rPr lang="en-US" sz="4000" b="1" kern="1200" err="1">
                <a:solidFill>
                  <a:schemeClr val="tx2"/>
                </a:solidFill>
                <a:latin typeface="+mj-lt"/>
                <a:ea typeface="+mj-ea"/>
                <a:cs typeface="+mj-cs"/>
              </a:rPr>
              <a:t>démonstration</a:t>
            </a:r>
            <a:endParaRPr lang="en-US" sz="4000" b="1" kern="1200">
              <a:solidFill>
                <a:schemeClr val="tx2"/>
              </a:solidFill>
              <a:latin typeface="+mj-lt"/>
            </a:endParaRPr>
          </a:p>
          <a:p>
            <a:endParaRPr lang="en-US" sz="4000" kern="1200">
              <a:solidFill>
                <a:schemeClr val="tx2"/>
              </a:solidFill>
              <a:latin typeface="+mj-lt"/>
              <a:ea typeface="+mj-ea"/>
              <a:cs typeface="+mj-cs"/>
            </a:endParaRPr>
          </a:p>
        </p:txBody>
      </p:sp>
      <p:pic>
        <p:nvPicPr>
          <p:cNvPr id="7" name="Graphic 6" descr="Enseignant">
            <a:extLst>
              <a:ext uri="{FF2B5EF4-FFF2-40B4-BE49-F238E27FC236}">
                <a16:creationId xmlns:a16="http://schemas.microsoft.com/office/drawing/2014/main" id="{0DBEABA7-C6FE-F2FC-73B5-47135EA84D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78720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46F5BBFA-9EAC-0B59-9CB6-0DDDBFF344C4}"/>
              </a:ext>
            </a:extLst>
          </p:cNvPr>
          <p:cNvSpPr>
            <a:spLocks noGrp="1"/>
          </p:cNvSpPr>
          <p:nvPr>
            <p:ph type="title"/>
          </p:nvPr>
        </p:nvSpPr>
        <p:spPr>
          <a:xfrm>
            <a:off x="643468" y="643467"/>
            <a:ext cx="4620584" cy="4567137"/>
          </a:xfrm>
        </p:spPr>
        <p:txBody>
          <a:bodyPr vert="horz" lIns="91440" tIns="45720" rIns="91440" bIns="45720" rtlCol="0" anchor="b">
            <a:normAutofit fontScale="90000"/>
          </a:bodyPr>
          <a:lstStyle/>
          <a:p>
            <a:pPr>
              <a:lnSpc>
                <a:spcPct val="107000"/>
              </a:lnSpc>
              <a:spcAft>
                <a:spcPts val="800"/>
              </a:spcAft>
            </a:pPr>
            <a:r>
              <a:rPr lang="fr-MA" sz="2400" dirty="0">
                <a:effectLst/>
                <a:latin typeface="Calibri" panose="020F0502020204030204" pitchFamily="34" charset="0"/>
                <a:ea typeface="Calibri" panose="020F0502020204030204" pitchFamily="34" charset="0"/>
                <a:cs typeface="Calibri" panose="020F0502020204030204" pitchFamily="34" charset="0"/>
              </a:rPr>
              <a:t>C’est la </a:t>
            </a:r>
            <a:r>
              <a:rPr lang="fr-MA" sz="2400" b="1" dirty="0">
                <a:effectLst/>
                <a:latin typeface="Calibri" panose="020F0502020204030204" pitchFamily="34" charset="0"/>
                <a:ea typeface="Calibri" panose="020F0502020204030204" pitchFamily="34" charset="0"/>
                <a:cs typeface="Calibri" panose="020F0502020204030204" pitchFamily="34" charset="0"/>
              </a:rPr>
              <a:t>page de connexion</a:t>
            </a:r>
            <a:r>
              <a:rPr lang="fr-MA" sz="2400" dirty="0">
                <a:effectLst/>
                <a:latin typeface="Calibri" panose="020F0502020204030204" pitchFamily="34" charset="0"/>
                <a:ea typeface="Calibri" panose="020F0502020204030204" pitchFamily="34" charset="0"/>
                <a:cs typeface="Calibri" panose="020F0502020204030204" pitchFamily="34" charset="0"/>
              </a:rPr>
              <a:t> de l'application "</a:t>
            </a:r>
            <a:r>
              <a:rPr lang="fr-MA" sz="2400" dirty="0" err="1">
                <a:effectLst/>
                <a:latin typeface="Calibri" panose="020F0502020204030204" pitchFamily="34" charset="0"/>
                <a:ea typeface="Calibri" panose="020F0502020204030204" pitchFamily="34" charset="0"/>
                <a:cs typeface="Calibri" panose="020F0502020204030204" pitchFamily="34" charset="0"/>
              </a:rPr>
              <a:t>Programming</a:t>
            </a:r>
            <a:r>
              <a:rPr lang="fr-MA" sz="2400" dirty="0">
                <a:effectLst/>
                <a:latin typeface="Calibri" panose="020F0502020204030204" pitchFamily="34" charset="0"/>
                <a:ea typeface="Calibri" panose="020F0502020204030204" pitchFamily="34" charset="0"/>
                <a:cs typeface="Calibri" panose="020F0502020204030204" pitchFamily="34" charset="0"/>
              </a:rPr>
              <a:t> Quiz App".</a:t>
            </a:r>
            <a:br>
              <a:rPr lang="fr-MA" sz="2000" dirty="0">
                <a:effectLst/>
                <a:latin typeface="Calibri" panose="020F0502020204030204" pitchFamily="34" charset="0"/>
                <a:ea typeface="Calibri" panose="020F0502020204030204" pitchFamily="34" charset="0"/>
                <a:cs typeface="Calibri" panose="020F0502020204030204" pitchFamily="34" charset="0"/>
              </a:rPr>
            </a:br>
            <a:r>
              <a:rPr lang="fr-MA" sz="2400" dirty="0">
                <a:effectLst/>
                <a:latin typeface="Calibri" panose="020F0502020204030204" pitchFamily="34" charset="0"/>
                <a:ea typeface="Calibri" panose="020F0502020204030204" pitchFamily="34" charset="0"/>
                <a:cs typeface="Calibri" panose="020F0502020204030204" pitchFamily="34" charset="0"/>
              </a:rPr>
              <a:t>Elle comprend :</a:t>
            </a:r>
            <a:br>
              <a:rPr lang="fr-MA" sz="2000" dirty="0">
                <a:effectLst/>
                <a:latin typeface="Calibri" panose="020F0502020204030204" pitchFamily="34" charset="0"/>
                <a:ea typeface="Calibri" panose="020F0502020204030204" pitchFamily="34" charset="0"/>
                <a:cs typeface="Calibri" panose="020F0502020204030204" pitchFamily="34" charset="0"/>
              </a:rPr>
            </a:br>
            <a:r>
              <a:rPr lang="fr-MA" sz="2400" b="1" dirty="0">
                <a:effectLst/>
                <a:latin typeface="Calibri" panose="020F0502020204030204" pitchFamily="34" charset="0"/>
                <a:ea typeface="Calibri" panose="020F0502020204030204" pitchFamily="34" charset="0"/>
                <a:cs typeface="Calibri" panose="020F0502020204030204" pitchFamily="34" charset="0"/>
              </a:rPr>
              <a:t>Un logo et un message de bienvenue.</a:t>
            </a:r>
            <a:br>
              <a:rPr lang="fr-MA" sz="2000" dirty="0">
                <a:effectLst/>
                <a:latin typeface="Calibri" panose="020F0502020204030204" pitchFamily="34" charset="0"/>
                <a:ea typeface="Calibri" panose="020F0502020204030204" pitchFamily="34" charset="0"/>
                <a:cs typeface="Calibri" panose="020F0502020204030204" pitchFamily="34" charset="0"/>
              </a:rPr>
            </a:br>
            <a:r>
              <a:rPr lang="fr-MA" sz="2400" b="1" dirty="0">
                <a:effectLst/>
                <a:latin typeface="Calibri" panose="020F0502020204030204" pitchFamily="34" charset="0"/>
                <a:ea typeface="Calibri" panose="020F0502020204030204" pitchFamily="34" charset="0"/>
                <a:cs typeface="Calibri" panose="020F0502020204030204" pitchFamily="34" charset="0"/>
              </a:rPr>
              <a:t>Deux champs de saisie :</a:t>
            </a:r>
            <a:r>
              <a:rPr lang="fr-MA" sz="2400" dirty="0">
                <a:effectLst/>
                <a:latin typeface="Calibri" panose="020F0502020204030204" pitchFamily="34" charset="0"/>
                <a:ea typeface="Calibri" panose="020F0502020204030204" pitchFamily="34" charset="0"/>
                <a:cs typeface="Calibri" panose="020F0502020204030204" pitchFamily="34" charset="0"/>
              </a:rPr>
              <a:t> un pour l'email et un pour le mot de passe.</a:t>
            </a:r>
            <a:br>
              <a:rPr lang="fr-MA" sz="2000" dirty="0">
                <a:effectLst/>
                <a:latin typeface="Calibri" panose="020F0502020204030204" pitchFamily="34" charset="0"/>
                <a:ea typeface="Calibri" panose="020F0502020204030204" pitchFamily="34" charset="0"/>
                <a:cs typeface="Calibri" panose="020F0502020204030204" pitchFamily="34" charset="0"/>
              </a:rPr>
            </a:br>
            <a:r>
              <a:rPr lang="fr-MA" sz="2400" b="1" dirty="0">
                <a:effectLst/>
                <a:latin typeface="Calibri" panose="020F0502020204030204" pitchFamily="34" charset="0"/>
                <a:ea typeface="Calibri" panose="020F0502020204030204" pitchFamily="34" charset="0"/>
                <a:cs typeface="Calibri" panose="020F0502020204030204" pitchFamily="34" charset="0"/>
              </a:rPr>
              <a:t>Un bouton principal "Login"</a:t>
            </a:r>
            <a:r>
              <a:rPr lang="fr-MA" sz="2400" dirty="0">
                <a:effectLst/>
                <a:latin typeface="Calibri" panose="020F0502020204030204" pitchFamily="34" charset="0"/>
                <a:ea typeface="Calibri" panose="020F0502020204030204" pitchFamily="34" charset="0"/>
                <a:cs typeface="Calibri" panose="020F0502020204030204" pitchFamily="34" charset="0"/>
              </a:rPr>
              <a:t> (se connecter) en violet.</a:t>
            </a:r>
            <a:br>
              <a:rPr lang="fr-MA" sz="2000" dirty="0">
                <a:effectLst/>
                <a:latin typeface="Calibri" panose="020F0502020204030204" pitchFamily="34" charset="0"/>
                <a:ea typeface="Calibri" panose="020F0502020204030204" pitchFamily="34" charset="0"/>
                <a:cs typeface="Calibri" panose="020F0502020204030204" pitchFamily="34" charset="0"/>
              </a:rPr>
            </a:br>
            <a:r>
              <a:rPr lang="fr-MA" sz="2400" b="1" dirty="0">
                <a:effectLst/>
                <a:latin typeface="Calibri" panose="020F0502020204030204" pitchFamily="34" charset="0"/>
                <a:ea typeface="Calibri" panose="020F0502020204030204" pitchFamily="34" charset="0"/>
                <a:cs typeface="Calibri" panose="020F0502020204030204" pitchFamily="34" charset="0"/>
              </a:rPr>
              <a:t>Un lien "Register"</a:t>
            </a:r>
            <a:r>
              <a:rPr lang="fr-MA" sz="2400" dirty="0">
                <a:effectLst/>
                <a:latin typeface="Calibri" panose="020F0502020204030204" pitchFamily="34" charset="0"/>
                <a:ea typeface="Calibri" panose="020F0502020204030204" pitchFamily="34" charset="0"/>
                <a:cs typeface="Calibri" panose="020F0502020204030204" pitchFamily="34" charset="0"/>
              </a:rPr>
              <a:t> en bas pour s'inscrire si on n'a pas encore de compte.</a:t>
            </a:r>
            <a:br>
              <a:rPr lang="fr-MA" sz="2000" dirty="0">
                <a:effectLst/>
                <a:latin typeface="Calibri" panose="020F0502020204030204" pitchFamily="34" charset="0"/>
                <a:ea typeface="Calibri" panose="020F0502020204030204" pitchFamily="34" charset="0"/>
                <a:cs typeface="Calibri" panose="020F0502020204030204" pitchFamily="34" charset="0"/>
              </a:rPr>
            </a:br>
            <a:endParaRPr lang="en-US" sz="2100"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4" name="Image 3">
            <a:extLst>
              <a:ext uri="{FF2B5EF4-FFF2-40B4-BE49-F238E27FC236}">
                <a16:creationId xmlns:a16="http://schemas.microsoft.com/office/drawing/2014/main" id="{131C1E5F-9944-4DBA-DAC7-F5366C3E71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72826" y="202097"/>
            <a:ext cx="3372114" cy="6453806"/>
          </a:xfrm>
          <a:prstGeom prst="rect">
            <a:avLst/>
          </a:prstGeom>
        </p:spPr>
      </p:pic>
    </p:spTree>
    <p:extLst>
      <p:ext uri="{BB962C8B-B14F-4D97-AF65-F5344CB8AC3E}">
        <p14:creationId xmlns:p14="http://schemas.microsoft.com/office/powerpoint/2010/main" val="2721431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EC5EAF-0B16-DA6E-69E5-F89A571D9800}"/>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1C101EED-CF9A-803A-1050-48498E42DD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4" name="Freeform: Shape 53">
            <a:extLst>
              <a:ext uri="{FF2B5EF4-FFF2-40B4-BE49-F238E27FC236}">
                <a16:creationId xmlns:a16="http://schemas.microsoft.com/office/drawing/2014/main" id="{EE34C435-3BC3-C96B-FB20-459F13D603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 name="Titre 1">
            <a:extLst>
              <a:ext uri="{FF2B5EF4-FFF2-40B4-BE49-F238E27FC236}">
                <a16:creationId xmlns:a16="http://schemas.microsoft.com/office/drawing/2014/main" id="{56856EFD-E5F0-4C9D-BDDD-9107906D9C85}"/>
              </a:ext>
            </a:extLst>
          </p:cNvPr>
          <p:cNvSpPr>
            <a:spLocks noGrp="1"/>
          </p:cNvSpPr>
          <p:nvPr>
            <p:ph type="title"/>
          </p:nvPr>
        </p:nvSpPr>
        <p:spPr>
          <a:xfrm>
            <a:off x="643468" y="643467"/>
            <a:ext cx="4620584" cy="4567137"/>
          </a:xfrm>
        </p:spPr>
        <p:txBody>
          <a:bodyPr vert="horz" lIns="91440" tIns="45720" rIns="91440" bIns="45720" rtlCol="0" anchor="b">
            <a:normAutofit fontScale="90000"/>
          </a:bodyPr>
          <a:lstStyle/>
          <a:p>
            <a:pPr>
              <a:lnSpc>
                <a:spcPct val="107000"/>
              </a:lnSpc>
              <a:spcAft>
                <a:spcPts val="800"/>
              </a:spcAft>
              <a:buNone/>
            </a:pPr>
            <a:r>
              <a:rPr lang="fr-MA" sz="1800" dirty="0">
                <a:effectLst/>
                <a:latin typeface="Times New Roman" panose="02020603050405020304" pitchFamily="18" charset="0"/>
                <a:ea typeface="Calibri" panose="020F0502020204030204" pitchFamily="34" charset="0"/>
                <a:cs typeface="Arial" panose="020B0604020202020204" pitchFamily="34" charset="0"/>
              </a:rPr>
              <a:t>La </a:t>
            </a:r>
            <a:r>
              <a:rPr lang="fr-MA" sz="1800" b="1" dirty="0">
                <a:effectLst/>
                <a:latin typeface="Times New Roman" panose="02020603050405020304" pitchFamily="18" charset="0"/>
                <a:ea typeface="Calibri" panose="020F0502020204030204" pitchFamily="34" charset="0"/>
                <a:cs typeface="Arial" panose="020B0604020202020204" pitchFamily="34" charset="0"/>
              </a:rPr>
              <a:t>page de connexion (Login)</a:t>
            </a:r>
            <a:r>
              <a:rPr lang="fr-MA" sz="1800" dirty="0">
                <a:effectLst/>
                <a:latin typeface="Times New Roman" panose="02020603050405020304" pitchFamily="18" charset="0"/>
                <a:ea typeface="Calibri" panose="020F0502020204030204" pitchFamily="34" charset="0"/>
                <a:cs typeface="Arial" panose="020B0604020202020204" pitchFamily="34" charset="0"/>
              </a:rPr>
              <a:t> de votre application.</a:t>
            </a:r>
            <a:br>
              <a:rPr lang="fr-MA" sz="1600" dirty="0">
                <a:effectLst/>
                <a:latin typeface="Calibri" panose="020F0502020204030204" pitchFamily="34" charset="0"/>
                <a:ea typeface="Calibri" panose="020F0502020204030204" pitchFamily="34" charset="0"/>
                <a:cs typeface="Arial" panose="020B0604020202020204" pitchFamily="34" charset="0"/>
              </a:rPr>
            </a:br>
            <a:r>
              <a:rPr lang="fr-MA" sz="1800" dirty="0">
                <a:effectLst/>
                <a:latin typeface="Times New Roman" panose="02020603050405020304" pitchFamily="18" charset="0"/>
                <a:ea typeface="Calibri" panose="020F0502020204030204" pitchFamily="34" charset="0"/>
                <a:cs typeface="Arial" panose="020B0604020202020204" pitchFamily="34" charset="0"/>
              </a:rPr>
              <a:t>Voici sa description :</a:t>
            </a:r>
            <a:br>
              <a:rPr lang="fr-MA" sz="1600" dirty="0">
                <a:effectLst/>
                <a:latin typeface="Calibri" panose="020F0502020204030204" pitchFamily="34" charset="0"/>
                <a:ea typeface="Calibri" panose="020F0502020204030204" pitchFamily="34" charset="0"/>
                <a:cs typeface="Arial" panose="020B0604020202020204" pitchFamily="34" charset="0"/>
              </a:rPr>
            </a:br>
            <a:r>
              <a:rPr lang="fr-MA" sz="1800" b="1" dirty="0">
                <a:effectLst/>
                <a:latin typeface="Times New Roman" panose="02020603050405020304" pitchFamily="18" charset="0"/>
                <a:ea typeface="Calibri" panose="020F0502020204030204" pitchFamily="34" charset="0"/>
                <a:cs typeface="Arial" panose="020B0604020202020204" pitchFamily="34" charset="0"/>
              </a:rPr>
              <a:t>En haut :</a:t>
            </a:r>
            <a:r>
              <a:rPr lang="fr-MA" sz="1800" dirty="0">
                <a:effectLst/>
                <a:latin typeface="Times New Roman" panose="02020603050405020304" pitchFamily="18" charset="0"/>
                <a:ea typeface="Calibri" panose="020F0502020204030204" pitchFamily="34" charset="0"/>
                <a:cs typeface="Arial" panose="020B0604020202020204" pitchFamily="34" charset="0"/>
              </a:rPr>
              <a:t> Un logo représentant un écran d'ordinateur avec des balises de code &lt; &gt;, suivi du titre de l'application "</a:t>
            </a:r>
            <a:r>
              <a:rPr lang="fr-MA" sz="1800" b="1" dirty="0" err="1">
                <a:effectLst/>
                <a:latin typeface="Times New Roman" panose="02020603050405020304" pitchFamily="18" charset="0"/>
                <a:ea typeface="Calibri" panose="020F0502020204030204" pitchFamily="34" charset="0"/>
                <a:cs typeface="Arial" panose="020B0604020202020204" pitchFamily="34" charset="0"/>
              </a:rPr>
              <a:t>Programming</a:t>
            </a:r>
            <a:r>
              <a:rPr lang="fr-MA" sz="1800" b="1" dirty="0">
                <a:effectLst/>
                <a:latin typeface="Times New Roman" panose="02020603050405020304" pitchFamily="18" charset="0"/>
                <a:ea typeface="Calibri" panose="020F0502020204030204" pitchFamily="34" charset="0"/>
                <a:cs typeface="Arial" panose="020B0604020202020204" pitchFamily="34" charset="0"/>
              </a:rPr>
              <a:t> Quiz App</a:t>
            </a:r>
            <a:r>
              <a:rPr lang="fr-MA" sz="1800" dirty="0">
                <a:effectLst/>
                <a:latin typeface="Times New Roman" panose="02020603050405020304" pitchFamily="18" charset="0"/>
                <a:ea typeface="Calibri" panose="020F0502020204030204" pitchFamily="34" charset="0"/>
                <a:cs typeface="Arial" panose="020B0604020202020204" pitchFamily="34" charset="0"/>
              </a:rPr>
              <a:t>" en violet, et d'un petit message de bienvenue ("Welcome back! </a:t>
            </a:r>
            <a:r>
              <a:rPr lang="fr-MA" sz="1800" dirty="0" err="1">
                <a:effectLst/>
                <a:latin typeface="Times New Roman" panose="02020603050405020304" pitchFamily="18" charset="0"/>
                <a:ea typeface="Calibri" panose="020F0502020204030204" pitchFamily="34" charset="0"/>
                <a:cs typeface="Arial" panose="020B0604020202020204" pitchFamily="34" charset="0"/>
              </a:rPr>
              <a:t>Please</a:t>
            </a:r>
            <a:r>
              <a:rPr lang="fr-MA" sz="1800" dirty="0">
                <a:effectLst/>
                <a:latin typeface="Times New Roman" panose="02020603050405020304" pitchFamily="18" charset="0"/>
                <a:ea typeface="Calibri" panose="020F0502020204030204" pitchFamily="34" charset="0"/>
                <a:cs typeface="Arial" panose="020B0604020202020204" pitchFamily="34" charset="0"/>
              </a:rPr>
              <a:t> login.").</a:t>
            </a:r>
            <a:br>
              <a:rPr lang="fr-MA" sz="1600" dirty="0">
                <a:effectLst/>
                <a:latin typeface="Calibri" panose="020F0502020204030204" pitchFamily="34" charset="0"/>
                <a:ea typeface="Calibri" panose="020F0502020204030204" pitchFamily="34" charset="0"/>
                <a:cs typeface="Arial" panose="020B0604020202020204" pitchFamily="34" charset="0"/>
              </a:rPr>
            </a:br>
            <a:r>
              <a:rPr lang="fr-MA" sz="1800" b="1" dirty="0">
                <a:effectLst/>
                <a:latin typeface="Times New Roman" panose="02020603050405020304" pitchFamily="18" charset="0"/>
                <a:ea typeface="Calibri" panose="020F0502020204030204" pitchFamily="34" charset="0"/>
                <a:cs typeface="Arial" panose="020B0604020202020204" pitchFamily="34" charset="0"/>
              </a:rPr>
              <a:t>Au centre :</a:t>
            </a:r>
            <a:r>
              <a:rPr lang="fr-MA" sz="1800" dirty="0">
                <a:effectLst/>
                <a:latin typeface="Times New Roman" panose="02020603050405020304" pitchFamily="18" charset="0"/>
                <a:ea typeface="Calibri" panose="020F0502020204030204" pitchFamily="34" charset="0"/>
                <a:cs typeface="Arial" panose="020B0604020202020204" pitchFamily="34" charset="0"/>
              </a:rPr>
              <a:t> Le formulaire de connexion composé de deux champs de saisie aux bords arrondis :</a:t>
            </a:r>
            <a:br>
              <a:rPr lang="fr-MA" sz="1600" dirty="0">
                <a:effectLst/>
                <a:latin typeface="Calibri" panose="020F0502020204030204" pitchFamily="34" charset="0"/>
                <a:ea typeface="Calibri" panose="020F0502020204030204" pitchFamily="34" charset="0"/>
                <a:cs typeface="Arial" panose="020B0604020202020204" pitchFamily="34" charset="0"/>
              </a:rPr>
            </a:br>
            <a:r>
              <a:rPr lang="fr-MA" sz="1800" dirty="0">
                <a:effectLst/>
                <a:latin typeface="Times New Roman" panose="02020603050405020304" pitchFamily="18" charset="0"/>
                <a:ea typeface="Calibri" panose="020F0502020204030204" pitchFamily="34" charset="0"/>
                <a:cs typeface="Arial" panose="020B0604020202020204" pitchFamily="34" charset="0"/>
              </a:rPr>
              <a:t>Un champ pour l'</a:t>
            </a:r>
            <a:r>
              <a:rPr lang="fr-MA" sz="1800" b="1" dirty="0">
                <a:effectLst/>
                <a:latin typeface="Times New Roman" panose="02020603050405020304" pitchFamily="18" charset="0"/>
                <a:ea typeface="Calibri" panose="020F0502020204030204" pitchFamily="34" charset="0"/>
                <a:cs typeface="Arial" panose="020B0604020202020204" pitchFamily="34" charset="0"/>
              </a:rPr>
              <a:t>Email</a:t>
            </a:r>
            <a:r>
              <a:rPr lang="fr-MA" sz="1800" dirty="0">
                <a:effectLst/>
                <a:latin typeface="Times New Roman" panose="02020603050405020304" pitchFamily="18" charset="0"/>
                <a:ea typeface="Calibri" panose="020F0502020204030204" pitchFamily="34" charset="0"/>
                <a:cs typeface="Arial" panose="020B0604020202020204" pitchFamily="34" charset="0"/>
              </a:rPr>
              <a:t> (avec une icône d'enveloppe).</a:t>
            </a:r>
            <a:br>
              <a:rPr lang="fr-MA" sz="1600" dirty="0">
                <a:effectLst/>
                <a:latin typeface="Calibri" panose="020F0502020204030204" pitchFamily="34" charset="0"/>
                <a:ea typeface="Calibri" panose="020F0502020204030204" pitchFamily="34" charset="0"/>
                <a:cs typeface="Arial" panose="020B0604020202020204" pitchFamily="34" charset="0"/>
              </a:rPr>
            </a:br>
            <a:r>
              <a:rPr lang="fr-MA" sz="1800" dirty="0">
                <a:effectLst/>
                <a:latin typeface="Times New Roman" panose="02020603050405020304" pitchFamily="18" charset="0"/>
                <a:ea typeface="Calibri" panose="020F0502020204030204" pitchFamily="34" charset="0"/>
                <a:cs typeface="Arial" panose="020B0604020202020204" pitchFamily="34" charset="0"/>
              </a:rPr>
              <a:t>Un champ pour le </a:t>
            </a:r>
            <a:r>
              <a:rPr lang="fr-MA" sz="1800" b="1" dirty="0">
                <a:effectLst/>
                <a:latin typeface="Times New Roman" panose="02020603050405020304" pitchFamily="18" charset="0"/>
                <a:ea typeface="Calibri" panose="020F0502020204030204" pitchFamily="34" charset="0"/>
                <a:cs typeface="Arial" panose="020B0604020202020204" pitchFamily="34" charset="0"/>
              </a:rPr>
              <a:t>Mot de passe</a:t>
            </a:r>
            <a:r>
              <a:rPr lang="fr-MA" sz="1800" dirty="0">
                <a:effectLst/>
                <a:latin typeface="Times New Roman" panose="02020603050405020304" pitchFamily="18" charset="0"/>
                <a:ea typeface="Calibri" panose="020F0502020204030204" pitchFamily="34" charset="0"/>
                <a:cs typeface="Arial" panose="020B0604020202020204" pitchFamily="34" charset="0"/>
              </a:rPr>
              <a:t> (avec une icône de cadenas et un œil pour afficher/masquer le texte).</a:t>
            </a:r>
            <a:endParaRPr lang="fr-MA" sz="16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3" name="Image 2">
            <a:extLst>
              <a:ext uri="{FF2B5EF4-FFF2-40B4-BE49-F238E27FC236}">
                <a16:creationId xmlns:a16="http://schemas.microsoft.com/office/drawing/2014/main" id="{07F73E73-BA65-4DD7-BC13-D7C470BDEF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3352" y="73167"/>
            <a:ext cx="3635309" cy="6545735"/>
          </a:xfrm>
          <a:prstGeom prst="rect">
            <a:avLst/>
          </a:prstGeom>
        </p:spPr>
      </p:pic>
    </p:spTree>
    <p:extLst>
      <p:ext uri="{BB962C8B-B14F-4D97-AF65-F5344CB8AC3E}">
        <p14:creationId xmlns:p14="http://schemas.microsoft.com/office/powerpoint/2010/main" val="1003732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C2C0A8-742B-1207-3B64-4AE5DA6E6A31}"/>
            </a:ext>
          </a:extLst>
        </p:cNvPr>
        <p:cNvGrpSpPr/>
        <p:nvPr/>
      </p:nvGrpSpPr>
      <p:grpSpPr>
        <a:xfrm>
          <a:off x="0" y="0"/>
          <a:ext cx="0" cy="0"/>
          <a:chOff x="0" y="0"/>
          <a:chExt cx="0" cy="0"/>
        </a:xfrm>
      </p:grpSpPr>
      <p:sp useBgFill="1">
        <p:nvSpPr>
          <p:cNvPr id="79" name="Rectangle 78">
            <a:extLst>
              <a:ext uri="{FF2B5EF4-FFF2-40B4-BE49-F238E27FC236}">
                <a16:creationId xmlns:a16="http://schemas.microsoft.com/office/drawing/2014/main" id="{9C867835-A917-4A2B-8424-3AFAF74363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81" name="Freeform: Shape 80">
            <a:extLst>
              <a:ext uri="{FF2B5EF4-FFF2-40B4-BE49-F238E27FC236}">
                <a16:creationId xmlns:a16="http://schemas.microsoft.com/office/drawing/2014/main" id="{EED8D03E-F375-4E67-B932-FF9B007BB4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344152" y="387180"/>
            <a:ext cx="3850317" cy="6538623"/>
          </a:xfrm>
          <a:custGeom>
            <a:avLst/>
            <a:gdLst>
              <a:gd name="connsiteX0" fmla="*/ 0 w 3850317"/>
              <a:gd name="connsiteY0" fmla="*/ 0 h 5978116"/>
              <a:gd name="connsiteX1" fmla="*/ 3850317 w 3850317"/>
              <a:gd name="connsiteY1" fmla="*/ 0 h 5978116"/>
              <a:gd name="connsiteX2" fmla="*/ 3840373 w 3850317"/>
              <a:gd name="connsiteY2" fmla="*/ 258313 h 5978116"/>
              <a:gd name="connsiteX3" fmla="*/ 3755448 w 3850317"/>
              <a:gd name="connsiteY3" fmla="*/ 1537847 h 5978116"/>
              <a:gd name="connsiteX4" fmla="*/ 3150490 w 3850317"/>
              <a:gd name="connsiteY4" fmla="*/ 3989537 h 5978116"/>
              <a:gd name="connsiteX5" fmla="*/ 3089544 w 3850317"/>
              <a:gd name="connsiteY5" fmla="*/ 3606200 h 5978116"/>
              <a:gd name="connsiteX6" fmla="*/ 2922635 w 3850317"/>
              <a:gd name="connsiteY6" fmla="*/ 4519351 h 5978116"/>
              <a:gd name="connsiteX7" fmla="*/ 2904628 w 3850317"/>
              <a:gd name="connsiteY7" fmla="*/ 4466023 h 5978116"/>
              <a:gd name="connsiteX8" fmla="*/ 2825329 w 3850317"/>
              <a:gd name="connsiteY8" fmla="*/ 4562983 h 5978116"/>
              <a:gd name="connsiteX9" fmla="*/ 2695127 w 3850317"/>
              <a:gd name="connsiteY9" fmla="*/ 4973329 h 5978116"/>
              <a:gd name="connsiteX10" fmla="*/ 2501208 w 3850317"/>
              <a:gd name="connsiteY10" fmla="*/ 4457366 h 5978116"/>
              <a:gd name="connsiteX11" fmla="*/ 2209291 w 3850317"/>
              <a:gd name="connsiteY11" fmla="*/ 5028388 h 5978116"/>
              <a:gd name="connsiteX12" fmla="*/ 2135532 w 3850317"/>
              <a:gd name="connsiteY12" fmla="*/ 5321344 h 5978116"/>
              <a:gd name="connsiteX13" fmla="*/ 2009139 w 3850317"/>
              <a:gd name="connsiteY13" fmla="*/ 4714655 h 5978116"/>
              <a:gd name="connsiteX14" fmla="*/ 1918759 w 3850317"/>
              <a:gd name="connsiteY14" fmla="*/ 4486454 h 5978116"/>
              <a:gd name="connsiteX15" fmla="*/ 1800676 w 3850317"/>
              <a:gd name="connsiteY15" fmla="*/ 4608346 h 5978116"/>
              <a:gd name="connsiteX16" fmla="*/ 1614721 w 3850317"/>
              <a:gd name="connsiteY16" fmla="*/ 5319612 h 5978116"/>
              <a:gd name="connsiteX17" fmla="*/ 1530921 w 3850317"/>
              <a:gd name="connsiteY17" fmla="*/ 5433540 h 5978116"/>
              <a:gd name="connsiteX18" fmla="*/ 1569705 w 3850317"/>
              <a:gd name="connsiteY18" fmla="*/ 4803650 h 5978116"/>
              <a:gd name="connsiteX19" fmla="*/ 1517416 w 3850317"/>
              <a:gd name="connsiteY19" fmla="*/ 4640204 h 5978116"/>
              <a:gd name="connsiteX20" fmla="*/ 1425997 w 3850317"/>
              <a:gd name="connsiteY20" fmla="*/ 4800187 h 5978116"/>
              <a:gd name="connsiteX21" fmla="*/ 1348083 w 3850317"/>
              <a:gd name="connsiteY21" fmla="*/ 5363245 h 5978116"/>
              <a:gd name="connsiteX22" fmla="*/ 1200566 w 3850317"/>
              <a:gd name="connsiteY22" fmla="*/ 5526691 h 5978116"/>
              <a:gd name="connsiteX23" fmla="*/ 1027770 w 3850317"/>
              <a:gd name="connsiteY23" fmla="*/ 5803718 h 5978116"/>
              <a:gd name="connsiteX24" fmla="*/ 892373 w 3850317"/>
              <a:gd name="connsiteY24" fmla="*/ 5604950 h 5978116"/>
              <a:gd name="connsiteX25" fmla="*/ 681487 w 3850317"/>
              <a:gd name="connsiteY25" fmla="*/ 5914528 h 5978116"/>
              <a:gd name="connsiteX26" fmla="*/ 414155 w 3850317"/>
              <a:gd name="connsiteY26" fmla="*/ 5817569 h 5978116"/>
              <a:gd name="connsiteX27" fmla="*/ 360135 w 3850317"/>
              <a:gd name="connsiteY27" fmla="*/ 5287062 h 5978116"/>
              <a:gd name="connsiteX28" fmla="*/ 281875 w 3850317"/>
              <a:gd name="connsiteY28" fmla="*/ 4677256 h 5978116"/>
              <a:gd name="connsiteX29" fmla="*/ 237897 w 3850317"/>
              <a:gd name="connsiteY29" fmla="*/ 4207696 h 5978116"/>
              <a:gd name="connsiteX30" fmla="*/ 145093 w 3850317"/>
              <a:gd name="connsiteY30" fmla="*/ 3878379 h 5978116"/>
              <a:gd name="connsiteX31" fmla="*/ 72373 w 3850317"/>
              <a:gd name="connsiteY31" fmla="*/ 2447189 h 5978116"/>
              <a:gd name="connsiteX32" fmla="*/ 0 w 3850317"/>
              <a:gd name="connsiteY32" fmla="*/ 0 h 5978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850317" h="5978116">
                <a:moveTo>
                  <a:pt x="0" y="0"/>
                </a:moveTo>
                <a:lnTo>
                  <a:pt x="3850317" y="0"/>
                </a:lnTo>
                <a:lnTo>
                  <a:pt x="3840373" y="258313"/>
                </a:lnTo>
                <a:cubicBezTo>
                  <a:pt x="3816350" y="852957"/>
                  <a:pt x="3786959" y="1372106"/>
                  <a:pt x="3755448" y="1537847"/>
                </a:cubicBezTo>
                <a:cubicBezTo>
                  <a:pt x="3300085" y="3936555"/>
                  <a:pt x="3150490" y="3989537"/>
                  <a:pt x="3150490" y="3989537"/>
                </a:cubicBezTo>
                <a:cubicBezTo>
                  <a:pt x="3150490" y="3989537"/>
                  <a:pt x="3124172" y="3732940"/>
                  <a:pt x="3089544" y="3606200"/>
                </a:cubicBezTo>
                <a:cubicBezTo>
                  <a:pt x="3082618" y="3784537"/>
                  <a:pt x="2946529" y="4491302"/>
                  <a:pt x="2922635" y="4519351"/>
                </a:cubicBezTo>
                <a:cubicBezTo>
                  <a:pt x="2916749" y="4502729"/>
                  <a:pt x="2910515" y="4484030"/>
                  <a:pt x="2904628" y="4466023"/>
                </a:cubicBezTo>
                <a:cubicBezTo>
                  <a:pt x="2884890" y="4501344"/>
                  <a:pt x="2859958" y="4534241"/>
                  <a:pt x="2825329" y="4562983"/>
                </a:cubicBezTo>
                <a:cubicBezTo>
                  <a:pt x="2706208" y="4662020"/>
                  <a:pt x="2743260" y="4833430"/>
                  <a:pt x="2695127" y="4973329"/>
                </a:cubicBezTo>
                <a:cubicBezTo>
                  <a:pt x="2446495" y="4877408"/>
                  <a:pt x="2545186" y="4641589"/>
                  <a:pt x="2501208" y="4457366"/>
                </a:cubicBezTo>
                <a:cubicBezTo>
                  <a:pt x="2341225" y="4936277"/>
                  <a:pt x="2267120" y="4837932"/>
                  <a:pt x="2209291" y="5028388"/>
                </a:cubicBezTo>
                <a:cubicBezTo>
                  <a:pt x="2137610" y="5264900"/>
                  <a:pt x="2135532" y="5321344"/>
                  <a:pt x="2135532" y="5321344"/>
                </a:cubicBezTo>
                <a:cubicBezTo>
                  <a:pt x="2004983" y="5137467"/>
                  <a:pt x="2054502" y="4933506"/>
                  <a:pt x="2009139" y="4714655"/>
                </a:cubicBezTo>
                <a:cubicBezTo>
                  <a:pt x="1956503" y="4642281"/>
                  <a:pt x="1932264" y="4565753"/>
                  <a:pt x="1918759" y="4486454"/>
                </a:cubicBezTo>
                <a:cubicBezTo>
                  <a:pt x="1889671" y="4439359"/>
                  <a:pt x="1848463" y="4656479"/>
                  <a:pt x="1800676" y="4608346"/>
                </a:cubicBezTo>
                <a:cubicBezTo>
                  <a:pt x="1760507" y="4832391"/>
                  <a:pt x="1681208" y="5047087"/>
                  <a:pt x="1614721" y="5319612"/>
                </a:cubicBezTo>
                <a:cubicBezTo>
                  <a:pt x="1580786" y="5457780"/>
                  <a:pt x="1530574" y="5446352"/>
                  <a:pt x="1530921" y="5433540"/>
                </a:cubicBezTo>
                <a:cubicBezTo>
                  <a:pt x="1532998" y="5109418"/>
                  <a:pt x="1600177" y="5128464"/>
                  <a:pt x="1569705" y="4803650"/>
                </a:cubicBezTo>
                <a:cubicBezTo>
                  <a:pt x="1566242" y="4746167"/>
                  <a:pt x="1596022" y="4651631"/>
                  <a:pt x="1517416" y="4640204"/>
                </a:cubicBezTo>
                <a:cubicBezTo>
                  <a:pt x="1415608" y="4628430"/>
                  <a:pt x="1436385" y="4747898"/>
                  <a:pt x="1425997" y="4800187"/>
                </a:cubicBezTo>
                <a:cubicBezTo>
                  <a:pt x="1389291" y="5009342"/>
                  <a:pt x="1370938" y="5149241"/>
                  <a:pt x="1348083" y="5363245"/>
                </a:cubicBezTo>
                <a:cubicBezTo>
                  <a:pt x="1336655" y="5453625"/>
                  <a:pt x="1352931" y="5563743"/>
                  <a:pt x="1200566" y="5526691"/>
                </a:cubicBezTo>
                <a:cubicBezTo>
                  <a:pt x="1051664" y="5551623"/>
                  <a:pt x="1099105" y="5719570"/>
                  <a:pt x="1027770" y="5803718"/>
                </a:cubicBezTo>
                <a:cubicBezTo>
                  <a:pt x="945009" y="5758701"/>
                  <a:pt x="1003184" y="5640964"/>
                  <a:pt x="892373" y="5604950"/>
                </a:cubicBezTo>
                <a:cubicBezTo>
                  <a:pt x="925963" y="5772552"/>
                  <a:pt x="680448" y="5747619"/>
                  <a:pt x="681487" y="5914528"/>
                </a:cubicBezTo>
                <a:cubicBezTo>
                  <a:pt x="534662" y="6049233"/>
                  <a:pt x="467137" y="5947425"/>
                  <a:pt x="414155" y="5817569"/>
                </a:cubicBezTo>
                <a:cubicBezTo>
                  <a:pt x="348015" y="5648929"/>
                  <a:pt x="370177" y="5468515"/>
                  <a:pt x="360135" y="5287062"/>
                </a:cubicBezTo>
                <a:cubicBezTo>
                  <a:pt x="338319" y="5059207"/>
                  <a:pt x="278758" y="4907881"/>
                  <a:pt x="281875" y="4677256"/>
                </a:cubicBezTo>
                <a:cubicBezTo>
                  <a:pt x="237204" y="4527316"/>
                  <a:pt x="250017" y="4367332"/>
                  <a:pt x="237897" y="4207696"/>
                </a:cubicBezTo>
                <a:cubicBezTo>
                  <a:pt x="210194" y="3969452"/>
                  <a:pt x="176258" y="4119047"/>
                  <a:pt x="145093" y="3878379"/>
                </a:cubicBezTo>
                <a:cubicBezTo>
                  <a:pt x="114274" y="3641175"/>
                  <a:pt x="72720" y="2448920"/>
                  <a:pt x="72373" y="2447189"/>
                </a:cubicBezTo>
                <a:cubicBezTo>
                  <a:pt x="72720" y="2447189"/>
                  <a:pt x="12120" y="1233809"/>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F4C37F43-1851-2773-9173-B6DCB4370DFE}"/>
              </a:ext>
            </a:extLst>
          </p:cNvPr>
          <p:cNvSpPr>
            <a:spLocks noGrp="1"/>
          </p:cNvSpPr>
          <p:nvPr>
            <p:ph type="ctrTitle"/>
          </p:nvPr>
        </p:nvSpPr>
        <p:spPr>
          <a:xfrm>
            <a:off x="442080" y="2853409"/>
            <a:ext cx="3768917" cy="1606163"/>
          </a:xfrm>
        </p:spPr>
        <p:txBody>
          <a:bodyPr vert="horz" lIns="91440" tIns="45720" rIns="91440" bIns="45720" rtlCol="0">
            <a:noAutofit/>
          </a:bodyPr>
          <a:lstStyle/>
          <a:p>
            <a:r>
              <a:rPr lang="fr-MA" sz="2400" dirty="0"/>
              <a:t>Il s'agit de l'écran d'accueil principal (Configuration du Quiz) de votre application, où l'utilisateur prépare sa session avant de commencer à jouer</a:t>
            </a:r>
          </a:p>
        </p:txBody>
      </p:sp>
      <p:pic>
        <p:nvPicPr>
          <p:cNvPr id="4" name="Image 3">
            <a:extLst>
              <a:ext uri="{FF2B5EF4-FFF2-40B4-BE49-F238E27FC236}">
                <a16:creationId xmlns:a16="http://schemas.microsoft.com/office/drawing/2014/main" id="{C73ED421-784B-B2B1-D86F-93E4300478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3453" y="495300"/>
            <a:ext cx="3437277" cy="5867400"/>
          </a:xfrm>
          <a:prstGeom prst="rect">
            <a:avLst/>
          </a:prstGeom>
        </p:spPr>
      </p:pic>
      <p:pic>
        <p:nvPicPr>
          <p:cNvPr id="5" name="Image 4">
            <a:extLst>
              <a:ext uri="{FF2B5EF4-FFF2-40B4-BE49-F238E27FC236}">
                <a16:creationId xmlns:a16="http://schemas.microsoft.com/office/drawing/2014/main" id="{C172A5F9-F2D5-4A4E-A07E-46D4207BEA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9842" y="495300"/>
            <a:ext cx="3337560" cy="5867400"/>
          </a:xfrm>
          <a:prstGeom prst="rect">
            <a:avLst/>
          </a:prstGeom>
        </p:spPr>
      </p:pic>
    </p:spTree>
    <p:extLst>
      <p:ext uri="{BB962C8B-B14F-4D97-AF65-F5344CB8AC3E}">
        <p14:creationId xmlns:p14="http://schemas.microsoft.com/office/powerpoint/2010/main" val="1096938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9" name="Rectangle 78">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Shape 80">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A7F85472-F0D2-0586-BBB9-208B30713C8C}"/>
              </a:ext>
            </a:extLst>
          </p:cNvPr>
          <p:cNvSpPr>
            <a:spLocks noGrp="1"/>
          </p:cNvSpPr>
          <p:nvPr>
            <p:ph type="ctrTitle"/>
          </p:nvPr>
        </p:nvSpPr>
        <p:spPr>
          <a:xfrm>
            <a:off x="204929" y="1268962"/>
            <a:ext cx="4620584" cy="3008580"/>
          </a:xfrm>
        </p:spPr>
        <p:txBody>
          <a:bodyPr vert="horz" lIns="91440" tIns="45720" rIns="91440" bIns="45720" rtlCol="0">
            <a:noAutofit/>
          </a:bodyPr>
          <a:lstStyle/>
          <a:p>
            <a:r>
              <a:rPr lang="fr-FR" sz="2800" dirty="0"/>
              <a:t>Il s'agit de la </a:t>
            </a:r>
            <a:r>
              <a:rPr lang="fr-FR" sz="2800" b="1" dirty="0"/>
              <a:t>page de Quiz en cours (</a:t>
            </a:r>
            <a:r>
              <a:rPr lang="fr-FR" sz="2800" b="1" dirty="0" err="1"/>
              <a:t>QuizActivity</a:t>
            </a:r>
            <a:r>
              <a:rPr lang="fr-FR" sz="2800" b="1" dirty="0"/>
              <a:t>)</a:t>
            </a:r>
            <a:r>
              <a:rPr lang="fr-FR" sz="2800" dirty="0"/>
              <a:t>, l'écran où l'utilisateur répond aux questions.</a:t>
            </a:r>
            <a:endParaRPr lang="fr-MA" sz="2800" dirty="0"/>
          </a:p>
        </p:txBody>
      </p:sp>
      <p:pic>
        <p:nvPicPr>
          <p:cNvPr id="4" name="Image 3">
            <a:extLst>
              <a:ext uri="{FF2B5EF4-FFF2-40B4-BE49-F238E27FC236}">
                <a16:creationId xmlns:a16="http://schemas.microsoft.com/office/drawing/2014/main" id="{3FEEC32A-A7E0-783F-565A-DF198A7E35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41567" y="101009"/>
            <a:ext cx="3461110" cy="6655981"/>
          </a:xfrm>
          <a:prstGeom prst="rect">
            <a:avLst/>
          </a:prstGeom>
        </p:spPr>
      </p:pic>
    </p:spTree>
    <p:extLst>
      <p:ext uri="{BB962C8B-B14F-4D97-AF65-F5344CB8AC3E}">
        <p14:creationId xmlns:p14="http://schemas.microsoft.com/office/powerpoint/2010/main" val="3159188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BEBFA723-5A7B-472D-ABD7-1526B8D3A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33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A6B27065-399A-4CF7-BF70-CF79B9848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33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a:extLst>
              <a:ext uri="{FF2B5EF4-FFF2-40B4-BE49-F238E27FC236}">
                <a16:creationId xmlns:a16="http://schemas.microsoft.com/office/drawing/2014/main" id="{CF22986C-DDF7-4109-9D6A-006800D6B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6" y="52996"/>
            <a:ext cx="6093363" cy="6805005"/>
            <a:chOff x="6095999" y="52996"/>
            <a:chExt cx="6093363" cy="6805005"/>
          </a:xfrm>
          <a:solidFill>
            <a:schemeClr val="accent5">
              <a:alpha val="10000"/>
            </a:schemeClr>
          </a:solidFill>
        </p:grpSpPr>
        <p:sp>
          <p:nvSpPr>
            <p:cNvPr id="58" name="Freeform: Shape 57">
              <a:extLst>
                <a:ext uri="{FF2B5EF4-FFF2-40B4-BE49-F238E27FC236}">
                  <a16:creationId xmlns:a16="http://schemas.microsoft.com/office/drawing/2014/main" id="{4C025298-F835-4B83-A3A3-6555157E0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Shape 58">
              <a:extLst>
                <a:ext uri="{FF2B5EF4-FFF2-40B4-BE49-F238E27FC236}">
                  <a16:creationId xmlns:a16="http://schemas.microsoft.com/office/drawing/2014/main" id="{17106C81-A3F0-4DA0-9368-6BBCDB9648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Shape 59">
              <a:extLst>
                <a:ext uri="{FF2B5EF4-FFF2-40B4-BE49-F238E27FC236}">
                  <a16:creationId xmlns:a16="http://schemas.microsoft.com/office/drawing/2014/main" id="{4B3B35E8-1AF4-4D76-93A5-B0B088408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re 1">
            <a:extLst>
              <a:ext uri="{FF2B5EF4-FFF2-40B4-BE49-F238E27FC236}">
                <a16:creationId xmlns:a16="http://schemas.microsoft.com/office/drawing/2014/main" id="{E9389328-BFFD-B1DA-839A-ED1393F671D6}"/>
              </a:ext>
            </a:extLst>
          </p:cNvPr>
          <p:cNvSpPr>
            <a:spLocks noGrp="1"/>
          </p:cNvSpPr>
          <p:nvPr>
            <p:ph type="ctrTitle"/>
          </p:nvPr>
        </p:nvSpPr>
        <p:spPr>
          <a:xfrm>
            <a:off x="300820" y="2729814"/>
            <a:ext cx="4551099" cy="1786515"/>
          </a:xfrm>
        </p:spPr>
        <p:txBody>
          <a:bodyPr anchor="t">
            <a:noAutofit/>
          </a:bodyPr>
          <a:lstStyle/>
          <a:p>
            <a:r>
              <a:rPr lang="fr-FR" sz="2400" b="1" dirty="0"/>
              <a:t>Page de Profil (</a:t>
            </a:r>
            <a:r>
              <a:rPr lang="fr-FR" sz="2400" b="1" dirty="0" err="1"/>
              <a:t>ProfileActivity</a:t>
            </a:r>
            <a:r>
              <a:rPr lang="fr-FR" sz="2400" b="1" dirty="0"/>
              <a:t>)</a:t>
            </a:r>
            <a:r>
              <a:rPr lang="fr-FR" sz="2400" dirty="0"/>
              <a:t> de l'utilisateur, où sont regroupés ses statistiques et ses paramètres de compte</a:t>
            </a:r>
            <a:endParaRPr lang="fr-MA" sz="2400" dirty="0"/>
          </a:p>
        </p:txBody>
      </p:sp>
      <p:pic>
        <p:nvPicPr>
          <p:cNvPr id="4" name="Image 3">
            <a:extLst>
              <a:ext uri="{FF2B5EF4-FFF2-40B4-BE49-F238E27FC236}">
                <a16:creationId xmlns:a16="http://schemas.microsoft.com/office/drawing/2014/main" id="{294505BF-A5BA-CCCA-9730-90B807F7CD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8243" y="159487"/>
            <a:ext cx="3736185" cy="6534330"/>
          </a:xfrm>
          <a:prstGeom prst="rect">
            <a:avLst/>
          </a:prstGeom>
          <a:ln w="9525">
            <a:noFill/>
          </a:ln>
        </p:spPr>
      </p:pic>
    </p:spTree>
    <p:extLst>
      <p:ext uri="{BB962C8B-B14F-4D97-AF65-F5344CB8AC3E}">
        <p14:creationId xmlns:p14="http://schemas.microsoft.com/office/powerpoint/2010/main" val="2360538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ous-titre 2">
            <a:extLst>
              <a:ext uri="{FF2B5EF4-FFF2-40B4-BE49-F238E27FC236}">
                <a16:creationId xmlns:a16="http://schemas.microsoft.com/office/drawing/2014/main" id="{22BEE632-1871-4B41-A24A-CEA028D3BC60}"/>
              </a:ext>
            </a:extLst>
          </p:cNvPr>
          <p:cNvSpPr>
            <a:spLocks noGrp="1"/>
          </p:cNvSpPr>
          <p:nvPr>
            <p:ph type="subTitle" idx="1"/>
          </p:nvPr>
        </p:nvSpPr>
        <p:spPr>
          <a:xfrm>
            <a:off x="638882" y="4631161"/>
            <a:ext cx="4017094" cy="2104362"/>
          </a:xfrm>
        </p:spPr>
        <p:txBody>
          <a:bodyPr>
            <a:normAutofit/>
          </a:bodyPr>
          <a:lstStyle/>
          <a:p>
            <a:pPr algn="l"/>
            <a:r>
              <a:rPr lang="fr-FR" sz="2000" b="1" dirty="0"/>
              <a:t>Page de l'Assistant Pédagogique (</a:t>
            </a:r>
            <a:r>
              <a:rPr lang="fr-FR" sz="2000" b="1" dirty="0" err="1"/>
              <a:t>ChatActivity</a:t>
            </a:r>
            <a:r>
              <a:rPr lang="fr-FR" sz="2000" b="1" dirty="0"/>
              <a:t>)</a:t>
            </a:r>
            <a:r>
              <a:rPr lang="fr-FR" sz="2000" dirty="0"/>
              <a:t>, l'interface où l'utilisateur interagit avec le </a:t>
            </a:r>
            <a:r>
              <a:rPr lang="fr-FR" sz="2000" dirty="0" err="1"/>
              <a:t>chatbot</a:t>
            </a:r>
            <a:r>
              <a:rPr lang="fr-FR" sz="2000" dirty="0"/>
              <a:t> alimenté par l'Intelligence Artificielle (Google Gemini)</a:t>
            </a:r>
            <a:endParaRPr lang="fr-MA" sz="2000" dirty="0"/>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 3">
            <a:extLst>
              <a:ext uri="{FF2B5EF4-FFF2-40B4-BE49-F238E27FC236}">
                <a16:creationId xmlns:a16="http://schemas.microsoft.com/office/drawing/2014/main" id="{EBED2122-DB56-FA8D-9497-BCA7648BA4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4403" y="377919"/>
            <a:ext cx="3072874" cy="6102161"/>
          </a:xfrm>
          <a:prstGeom prst="rect">
            <a:avLst/>
          </a:prstGeom>
        </p:spPr>
      </p:pic>
      <p:pic>
        <p:nvPicPr>
          <p:cNvPr id="5" name="Image 4">
            <a:extLst>
              <a:ext uri="{FF2B5EF4-FFF2-40B4-BE49-F238E27FC236}">
                <a16:creationId xmlns:a16="http://schemas.microsoft.com/office/drawing/2014/main" id="{54744419-DC2D-7912-376C-2516508CAC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0909" y="385921"/>
            <a:ext cx="2998771" cy="6094159"/>
          </a:xfrm>
          <a:prstGeom prst="rect">
            <a:avLst/>
          </a:prstGeom>
        </p:spPr>
      </p:pic>
    </p:spTree>
    <p:extLst>
      <p:ext uri="{BB962C8B-B14F-4D97-AF65-F5344CB8AC3E}">
        <p14:creationId xmlns:p14="http://schemas.microsoft.com/office/powerpoint/2010/main" val="3174605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3" name="Sous-titre 2">
            <a:extLst>
              <a:ext uri="{FF2B5EF4-FFF2-40B4-BE49-F238E27FC236}">
                <a16:creationId xmlns:a16="http://schemas.microsoft.com/office/drawing/2014/main" id="{E74B06F1-D1BA-DC4C-72AB-A3E5589F9B1E}"/>
              </a:ext>
            </a:extLst>
          </p:cNvPr>
          <p:cNvSpPr>
            <a:spLocks noGrp="1"/>
          </p:cNvSpPr>
          <p:nvPr>
            <p:ph type="subTitle" idx="1"/>
          </p:nvPr>
        </p:nvSpPr>
        <p:spPr>
          <a:xfrm>
            <a:off x="643467" y="3429000"/>
            <a:ext cx="4620584" cy="2624178"/>
          </a:xfrm>
        </p:spPr>
        <p:txBody>
          <a:bodyPr>
            <a:normAutofit/>
          </a:bodyPr>
          <a:lstStyle/>
          <a:p>
            <a:pPr algn="l"/>
            <a:r>
              <a:rPr lang="fr-MA" sz="1600" b="1" dirty="0"/>
              <a:t>Tableau de Bord Administrateur (Panneau Administrateur)</a:t>
            </a:r>
            <a:r>
              <a:rPr lang="fr-MA" sz="1600" dirty="0"/>
              <a:t> de votre application, un espace réservé à la gestion globale du contenu et des utilisateurs</a:t>
            </a:r>
            <a:endParaRPr lang="fr-FR" sz="1600" dirty="0"/>
          </a:p>
        </p:txBody>
      </p:sp>
      <p:pic>
        <p:nvPicPr>
          <p:cNvPr id="4" name="Image 3">
            <a:extLst>
              <a:ext uri="{FF2B5EF4-FFF2-40B4-BE49-F238E27FC236}">
                <a16:creationId xmlns:a16="http://schemas.microsoft.com/office/drawing/2014/main" id="{0C0CAEFF-7814-750F-ABF6-B99F08643A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33746" y="243188"/>
            <a:ext cx="3122095" cy="6371623"/>
          </a:xfrm>
          <a:prstGeom prst="rect">
            <a:avLst/>
          </a:prstGeom>
        </p:spPr>
      </p:pic>
    </p:spTree>
    <p:extLst>
      <p:ext uri="{BB962C8B-B14F-4D97-AF65-F5344CB8AC3E}">
        <p14:creationId xmlns:p14="http://schemas.microsoft.com/office/powerpoint/2010/main" val="3470381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CD3C61A5-9947-DFE9-7BEB-E74F87258CB4}"/>
              </a:ext>
            </a:extLst>
          </p:cNvPr>
          <p:cNvSpPr>
            <a:spLocks noGrp="1"/>
          </p:cNvSpPr>
          <p:nvPr>
            <p:ph type="title"/>
          </p:nvPr>
        </p:nvSpPr>
        <p:spPr>
          <a:xfrm>
            <a:off x="643468" y="391538"/>
            <a:ext cx="4620584" cy="4567137"/>
          </a:xfrm>
        </p:spPr>
        <p:txBody>
          <a:bodyPr vert="horz" lIns="91440" tIns="45720" rIns="91440" bIns="45720" rtlCol="0" anchor="b">
            <a:normAutofit/>
          </a:bodyPr>
          <a:lstStyle/>
          <a:p>
            <a:r>
              <a:rPr lang="fr-FR" sz="2400" dirty="0"/>
              <a:t>Page </a:t>
            </a:r>
            <a:r>
              <a:rPr lang="fr-FR" sz="2400" b="1" dirty="0"/>
              <a:t>Gérer les Questions (</a:t>
            </a:r>
            <a:r>
              <a:rPr lang="fr-FR" sz="2400" b="1" dirty="0" err="1"/>
              <a:t>AdminQuestionsActivity</a:t>
            </a:r>
            <a:r>
              <a:rPr lang="fr-FR" sz="2400" b="1" dirty="0"/>
              <a:t>)</a:t>
            </a:r>
            <a:r>
              <a:rPr lang="fr-FR" sz="2400" dirty="0"/>
              <a:t>, où l'administrateur peut visualiser et modifier l'ensemble des questions existantes dans la base de données de l'application</a:t>
            </a:r>
            <a:endParaRPr lang="fr-MA" sz="2400" dirty="0"/>
          </a:p>
        </p:txBody>
      </p:sp>
      <p:pic>
        <p:nvPicPr>
          <p:cNvPr id="4" name="Image 3">
            <a:extLst>
              <a:ext uri="{FF2B5EF4-FFF2-40B4-BE49-F238E27FC236}">
                <a16:creationId xmlns:a16="http://schemas.microsoft.com/office/drawing/2014/main" id="{09A8399E-7C76-4095-FF2A-CC5D08DDBE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70060" y="116459"/>
            <a:ext cx="3362229" cy="6625082"/>
          </a:xfrm>
          <a:prstGeom prst="rect">
            <a:avLst/>
          </a:prstGeom>
        </p:spPr>
      </p:pic>
    </p:spTree>
    <p:extLst>
      <p:ext uri="{BB962C8B-B14F-4D97-AF65-F5344CB8AC3E}">
        <p14:creationId xmlns:p14="http://schemas.microsoft.com/office/powerpoint/2010/main" val="1737992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28BD8CAC-B6B7-E322-7CDC-C56FF0B84D8F}"/>
              </a:ext>
            </a:extLst>
          </p:cNvPr>
          <p:cNvSpPr>
            <a:spLocks noGrp="1"/>
          </p:cNvSpPr>
          <p:nvPr>
            <p:ph type="title"/>
          </p:nvPr>
        </p:nvSpPr>
        <p:spPr>
          <a:xfrm>
            <a:off x="643468" y="643467"/>
            <a:ext cx="4620584" cy="4567137"/>
          </a:xfrm>
        </p:spPr>
        <p:txBody>
          <a:bodyPr vert="horz" lIns="91440" tIns="45720" rIns="91440" bIns="45720" rtlCol="0" anchor="b">
            <a:normAutofit/>
          </a:bodyPr>
          <a:lstStyle/>
          <a:p>
            <a:r>
              <a:rPr lang="fr-FR" sz="2400" dirty="0"/>
              <a:t>Page </a:t>
            </a:r>
            <a:r>
              <a:rPr lang="fr-FR" sz="2400" b="1" dirty="0"/>
              <a:t>Gérer les Utilisateurs (</a:t>
            </a:r>
            <a:r>
              <a:rPr lang="fr-FR" sz="2400" b="1" dirty="0" err="1"/>
              <a:t>AdminUsersActivity</a:t>
            </a:r>
            <a:r>
              <a:rPr lang="fr-FR" sz="2400" b="1" dirty="0"/>
              <a:t>)</a:t>
            </a:r>
            <a:r>
              <a:rPr lang="fr-FR" sz="2400" dirty="0"/>
              <a:t>, l'interface permettant à l'administrateur de consulter la liste des personnes inscrites sur l'application</a:t>
            </a:r>
            <a:endParaRPr lang="fr-MA" sz="2400" dirty="0"/>
          </a:p>
        </p:txBody>
      </p:sp>
      <p:pic>
        <p:nvPicPr>
          <p:cNvPr id="4" name="Image 3">
            <a:extLst>
              <a:ext uri="{FF2B5EF4-FFF2-40B4-BE49-F238E27FC236}">
                <a16:creationId xmlns:a16="http://schemas.microsoft.com/office/drawing/2014/main" id="{0B9FB5B3-23F9-33B7-2A9C-67FD21EF54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72607" y="117443"/>
            <a:ext cx="3228767" cy="6623113"/>
          </a:xfrm>
          <a:prstGeom prst="rect">
            <a:avLst/>
          </a:prstGeom>
        </p:spPr>
      </p:pic>
    </p:spTree>
    <p:extLst>
      <p:ext uri="{BB962C8B-B14F-4D97-AF65-F5344CB8AC3E}">
        <p14:creationId xmlns:p14="http://schemas.microsoft.com/office/powerpoint/2010/main" val="1453992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0274B1B-6782-A440-36EB-A2A0861ABF39}"/>
              </a:ext>
            </a:extLst>
          </p:cNvPr>
          <p:cNvSpPr>
            <a:spLocks noGrp="1"/>
          </p:cNvSpPr>
          <p:nvPr>
            <p:ph type="title"/>
          </p:nvPr>
        </p:nvSpPr>
        <p:spPr>
          <a:xfrm>
            <a:off x="1043631" y="809898"/>
            <a:ext cx="9942716" cy="1554480"/>
          </a:xfrm>
        </p:spPr>
        <p:txBody>
          <a:bodyPr anchor="ctr">
            <a:normAutofit/>
          </a:bodyPr>
          <a:lstStyle/>
          <a:p>
            <a:r>
              <a:rPr lang="fr-FR" sz="4800" dirty="0"/>
              <a:t>Conclusion</a:t>
            </a:r>
          </a:p>
        </p:txBody>
      </p:sp>
      <p:sp>
        <p:nvSpPr>
          <p:cNvPr id="3" name="Espace réservé du contenu 2">
            <a:extLst>
              <a:ext uri="{FF2B5EF4-FFF2-40B4-BE49-F238E27FC236}">
                <a16:creationId xmlns:a16="http://schemas.microsoft.com/office/drawing/2014/main" id="{21AB331D-8743-C5F4-FDDD-060690237A77}"/>
              </a:ext>
            </a:extLst>
          </p:cNvPr>
          <p:cNvSpPr>
            <a:spLocks noGrp="1"/>
          </p:cNvSpPr>
          <p:nvPr>
            <p:ph idx="1"/>
          </p:nvPr>
        </p:nvSpPr>
        <p:spPr>
          <a:xfrm>
            <a:off x="1045028" y="3017522"/>
            <a:ext cx="9941319" cy="3124658"/>
          </a:xfrm>
        </p:spPr>
        <p:txBody>
          <a:bodyPr vert="horz" lIns="91440" tIns="45720" rIns="91440" bIns="45720" rtlCol="0" anchor="ctr">
            <a:normAutofit fontScale="92500" lnSpcReduction="10000"/>
          </a:bodyPr>
          <a:lstStyle/>
          <a:p>
            <a:r>
              <a:rPr lang="fr-FR" sz="2400" dirty="0"/>
              <a:t>En conclusion, le projet </a:t>
            </a:r>
            <a:r>
              <a:rPr lang="fr-FR" sz="2400" b="1" dirty="0" err="1"/>
              <a:t>ProgrammingQuiz_Bidaoui</a:t>
            </a:r>
            <a:r>
              <a:rPr lang="fr-FR" sz="2400" dirty="0"/>
              <a:t> répond à un besoin réel dans le domaine de l’apprentissage de la programmation en proposant une application mobile éducative moderne, interactive et intelligente.</a:t>
            </a:r>
          </a:p>
          <a:p>
            <a:r>
              <a:rPr lang="fr-FR" sz="2400" dirty="0"/>
              <a:t>Grâce à l’intégration des quiz, du système de classement et de l’assistant pédagogique basé sur l’intelligence artificielle, l’application permet aux utilisateurs d’apprendre, de s’évaluer et de progresser de manière autonome et motivante.</a:t>
            </a:r>
          </a:p>
          <a:p>
            <a:r>
              <a:rPr lang="fr-FR" sz="2400" dirty="0"/>
              <a:t>Ce projet a également permis de mettre en pratique plusieurs compétences techniques en développement mobile Android, en gestion de bases de données avec </a:t>
            </a:r>
            <a:r>
              <a:rPr lang="fr-FR" sz="2400" dirty="0" err="1"/>
              <a:t>Firebase</a:t>
            </a:r>
            <a:r>
              <a:rPr lang="fr-FR" sz="2400" dirty="0"/>
              <a:t> et en intégration de services d’intelligence artificielle.</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10267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 name="Espace réservé du contenu 2">
            <a:extLst>
              <a:ext uri="{FF2B5EF4-FFF2-40B4-BE49-F238E27FC236}">
                <a16:creationId xmlns:a16="http://schemas.microsoft.com/office/drawing/2014/main" id="{B34E5E5B-0DBC-D9D8-CF9B-DE2022E225E6}"/>
              </a:ext>
            </a:extLst>
          </p:cNvPr>
          <p:cNvSpPr>
            <a:spLocks noGrp="1"/>
          </p:cNvSpPr>
          <p:nvPr>
            <p:ph idx="1"/>
          </p:nvPr>
        </p:nvSpPr>
        <p:spPr>
          <a:xfrm>
            <a:off x="4447308" y="591344"/>
            <a:ext cx="7741644" cy="5585619"/>
          </a:xfrm>
        </p:spPr>
        <p:txBody>
          <a:bodyPr anchor="ctr">
            <a:normAutofit/>
          </a:bodyPr>
          <a:lstStyle/>
          <a:p>
            <a:pPr marL="0" indent="0">
              <a:buNone/>
            </a:pPr>
            <a:r>
              <a:rPr lang="fr-FR" sz="4000" b="1" dirty="0"/>
              <a:t>MERCI POUR VOTRE ATTENTION</a:t>
            </a:r>
          </a:p>
        </p:txBody>
      </p:sp>
    </p:spTree>
    <p:extLst>
      <p:ext uri="{BB962C8B-B14F-4D97-AF65-F5344CB8AC3E}">
        <p14:creationId xmlns:p14="http://schemas.microsoft.com/office/powerpoint/2010/main" val="176289088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976</Words>
  <Application>Microsoft Office PowerPoint</Application>
  <PresentationFormat>Grand écran</PresentationFormat>
  <Paragraphs>61</Paragraphs>
  <Slides>22</Slides>
  <Notes>0</Notes>
  <HiddenSlides>0</HiddenSlides>
  <MMClips>0</MMClips>
  <ScaleCrop>false</ScaleCrop>
  <HeadingPairs>
    <vt:vector size="6" baseType="variant">
      <vt:variant>
        <vt:lpstr>Polices utilisées</vt:lpstr>
      </vt:variant>
      <vt:variant>
        <vt:i4>5</vt:i4>
      </vt:variant>
      <vt:variant>
        <vt:lpstr>Thème</vt:lpstr>
      </vt:variant>
      <vt:variant>
        <vt:i4>2</vt:i4>
      </vt:variant>
      <vt:variant>
        <vt:lpstr>Titres des diapositives</vt:lpstr>
      </vt:variant>
      <vt:variant>
        <vt:i4>22</vt:i4>
      </vt:variant>
    </vt:vector>
  </HeadingPairs>
  <TitlesOfParts>
    <vt:vector size="29" baseType="lpstr">
      <vt:lpstr>Aptos</vt:lpstr>
      <vt:lpstr>Aptos Display</vt:lpstr>
      <vt:lpstr>Arial</vt:lpstr>
      <vt:lpstr>Calibri</vt:lpstr>
      <vt:lpstr>Times New Roman</vt:lpstr>
      <vt:lpstr>Thème Office</vt:lpstr>
      <vt:lpstr>1_Thème Office</vt:lpstr>
      <vt:lpstr>Application Mobile  ProgrammingQuiz</vt:lpstr>
      <vt:lpstr>Introduction </vt:lpstr>
      <vt:lpstr>Plan</vt:lpstr>
      <vt:lpstr>Problématique </vt:lpstr>
      <vt:lpstr>Objectif </vt:lpstr>
      <vt:lpstr>Fonctionnalités Principales </vt:lpstr>
      <vt:lpstr>Technologies et environnement de développement</vt:lpstr>
      <vt:lpstr>Présentation PowerPoint</vt:lpstr>
      <vt:lpstr>Diagramme UML</vt:lpstr>
      <vt:lpstr>Modèle statique (diagrammes de classe)</vt:lpstr>
      <vt:lpstr>  Exemple de démonstration </vt:lpstr>
      <vt:lpstr>C’est la page de connexion de l'application "Programming Quiz App". Elle comprend : Un logo et un message de bienvenue. Deux champs de saisie : un pour l'email et un pour le mot de passe. Un bouton principal "Login" (se connecter) en violet. Un lien "Register" en bas pour s'inscrire si on n'a pas encore de compte. </vt:lpstr>
      <vt:lpstr>La page de connexion (Login) de votre application. Voici sa description : En haut : Un logo représentant un écran d'ordinateur avec des balises de code &lt; &gt;, suivi du titre de l'application "Programming Quiz App" en violet, et d'un petit message de bienvenue ("Welcome back! Please login."). Au centre : Le formulaire de connexion composé de deux champs de saisie aux bords arrondis : Un champ pour l'Email (avec une icône d'enveloppe). Un champ pour le Mot de passe (avec une icône de cadenas et un œil pour afficher/masquer le texte).</vt:lpstr>
      <vt:lpstr>Il s'agit de l'écran d'accueil principal (Configuration du Quiz) de votre application, où l'utilisateur prépare sa session avant de commencer à jouer</vt:lpstr>
      <vt:lpstr>Il s'agit de la page de Quiz en cours (QuizActivity), l'écran où l'utilisateur répond aux questions.</vt:lpstr>
      <vt:lpstr>Page de Profil (ProfileActivity) de l'utilisateur, où sont regroupés ses statistiques et ses paramètres de compte</vt:lpstr>
      <vt:lpstr>Présentation PowerPoint</vt:lpstr>
      <vt:lpstr>Présentation PowerPoint</vt:lpstr>
      <vt:lpstr>Page Gérer les Questions (AdminQuestionsActivity), où l'administrateur peut visualiser et modifier l'ensemble des questions existantes dans la base de données de l'application</vt:lpstr>
      <vt:lpstr>Page Gérer les Utilisateurs (AdminUsersActivity), l'interface permettant à l'administrateur de consulter la liste des personnes inscrites sur l'application</vt:lpstr>
      <vt:lpstr>Conclusion</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 de Produit de client</dc:title>
  <dc:creator/>
  <cp:lastModifiedBy>Elmehdi Elbidaoui</cp:lastModifiedBy>
  <cp:revision>267</cp:revision>
  <dcterms:created xsi:type="dcterms:W3CDTF">2025-05-23T20:58:39Z</dcterms:created>
  <dcterms:modified xsi:type="dcterms:W3CDTF">2026-05-13T07:50:07Z</dcterms:modified>
</cp:coreProperties>
</file>